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6"/>
  </p:notesMasterIdLst>
  <p:sldIdLst>
    <p:sldId id="426" r:id="rId2"/>
    <p:sldId id="500" r:id="rId3"/>
    <p:sldId id="495" r:id="rId4"/>
    <p:sldId id="502" r:id="rId5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플로우차트" id="{795D2B6C-1600-46F9-AF74-CA97F8DB70B2}">
          <p14:sldIdLst>
            <p14:sldId id="426"/>
          </p14:sldIdLst>
        </p14:section>
        <p14:section name="화면" id="{65432D1C-7771-4CCF-B4F4-837938B5C721}">
          <p14:sldIdLst>
            <p14:sldId id="500"/>
            <p14:sldId id="495"/>
            <p14:sldId id="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8CBEAB-E7E1-9769-EDF7-E4A78D31A229}" name="Hong Junhee" initials="HJ" userId="f137361b161b36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4C8"/>
    <a:srgbClr val="F4FAE6"/>
    <a:srgbClr val="DDF7E3"/>
    <a:srgbClr val="125021"/>
    <a:srgbClr val="E9FF9A"/>
    <a:srgbClr val="ECFFAB"/>
    <a:srgbClr val="F1FFB5"/>
    <a:srgbClr val="F5FFC2"/>
    <a:srgbClr val="FFC5C5"/>
    <a:srgbClr val="E2E2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97" autoAdjust="0"/>
    <p:restoredTop sz="96139" autoAdjust="0"/>
  </p:normalViewPr>
  <p:slideViewPr>
    <p:cSldViewPr snapToGrid="0">
      <p:cViewPr varScale="1">
        <p:scale>
          <a:sx n="106" d="100"/>
          <a:sy n="106" d="100"/>
        </p:scale>
        <p:origin x="174" y="102"/>
      </p:cViewPr>
      <p:guideLst>
        <p:guide orient="horz" pos="2157"/>
        <p:guide pos="3839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0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8F133-4145-4486-9EBB-CE35B61002D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4CBEF-CBB6-454C-945D-F23FFEE69A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06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37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B4C2F-6707-4B69-97DC-A3DBF808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8D85F-AC1D-4A8D-8E31-A7907915F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26B821-5AA5-40FC-8BC0-8A5F11FA1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762A0-B22B-4747-AF1E-8D59EC6A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8C815-8B66-47EC-86E2-8097DD4D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71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F5F6C-DF84-4B93-89E8-458B18C9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3F3A2C-CED0-4AD9-86AD-C7DDCC85B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385ED2-8423-41E3-859F-27B64CDE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45EEE0-2025-4984-9ACF-8FBB88BC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0CC99-CC61-4557-A7F3-EA700784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8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DCA4C-AF8B-4373-A722-72862506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528F1-7856-47C3-A287-B2656D456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D15CFE-03D5-4A55-85E9-387BD3475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520EA0-86EF-4BF4-982C-B34BCC7D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955E6C-8ED5-4786-B9FB-6F0089FF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3D6500-1410-43E4-8E92-E4AF5FD9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24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C02C-93AB-4641-9E78-73963A2A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49C8C3-CA7A-4E7F-90B1-1E2EF7BE7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4527DA-4199-4B73-9DCE-F73944A7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771A4D-F260-4BCE-8BDE-F290CD4C8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EC8262-18B3-49E0-AE92-355386EE6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7E2E1D-A284-4B31-8C22-F232537E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C2F569-42DB-460F-8315-6BCD7947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6F3F17-2856-4C66-99C5-88F374DB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02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1EA53-6CAF-44F8-9129-2989FC06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579156-63E6-49B8-94A0-7D1B38EE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2CB88E-C99C-456C-BA2A-DC7002FD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567061-D5F3-4A9F-8757-15A019E6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98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EE3756-A1BF-449B-9165-DF930813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CA1B4D-3008-49B1-BD1F-53E046B6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2B7E9F-7EE5-43C9-B815-D4CB6EAC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01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B421C-F8DB-40B1-BA0A-FC452A85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02C0B9-4CC6-45D8-B61A-83264AC37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643E28-014F-4068-A6F3-F5D53B311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3894D2-F9CF-43AF-B0E8-92E04D02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4FE1E1-50C2-4143-9DD3-0CC01E5D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1351AD-FDAC-4D01-A88F-9E086D67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46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DD108-1F82-49A8-95B7-F62D4649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D1009C-E891-46AA-8F31-AB01A6F37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40D320-8260-4ED7-BF5A-0E6773853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73D137-849A-4FE8-9E10-A2F1B9F7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53A1DC-B13A-4252-BCDF-EBA71796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0EB54-0CAD-4FB5-AD49-80A30303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308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C897A-75A6-4454-8C69-AA52E124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51F3A1-63DB-4375-A3B8-2C693D958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7F9D66-72AC-483F-8611-65959C5B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B798E-D5A1-4115-9976-BF38615D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AE0819-6529-4FB9-ADFB-6FDA3B1A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77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A7A99A-87AD-4F02-A6A5-9E30A5660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E17B0-2E27-41E2-8709-7F50576F7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4296EA-04E0-456F-AB3C-A97748DC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940A6-5A71-48A9-9005-F1BD0FDFE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9AF1C2-851E-4017-92BB-C37597A5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99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CA0F2D-E76F-4E45-8067-31A8305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29E084-1B0F-44B7-9EEB-624E5E17D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309D2-0DC7-4708-8DF1-AD01DE305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D8875-4D15-42D3-9405-2A172264AB88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FE4735-3F88-4017-8B7E-510DABB93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55F21-16D6-422C-BABC-85E1D29D0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A347-AE68-4477-95DE-90ACA9DBE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25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ricanvas.com/ko/v/14ppp6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9">
            <a:extLst>
              <a:ext uri="{FF2B5EF4-FFF2-40B4-BE49-F238E27FC236}">
                <a16:creationId xmlns:a16="http://schemas.microsoft.com/office/drawing/2014/main" id="{1B9F2C69-1617-6111-9B1D-8470CA108396}"/>
              </a:ext>
            </a:extLst>
          </p:cNvPr>
          <p:cNvSpPr txBox="1">
            <a:spLocks/>
          </p:cNvSpPr>
          <p:nvPr/>
        </p:nvSpPr>
        <p:spPr>
          <a:xfrm>
            <a:off x="89231" y="161200"/>
            <a:ext cx="6039279" cy="378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ko-KR" altLang="en-US" sz="2000" b="1" spc="-150" dirty="0"/>
              <a:t>진행 구조도</a:t>
            </a:r>
            <a:r>
              <a:rPr lang="en-US" altLang="ko-KR" sz="2000" b="1" spc="-150" dirty="0"/>
              <a:t>(Flow Chart)</a:t>
            </a:r>
            <a:endParaRPr lang="ko-KR" altLang="en-US" sz="2000" b="1" spc="-15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996A432-C001-2411-375E-8C96BD195DB8}"/>
              </a:ext>
            </a:extLst>
          </p:cNvPr>
          <p:cNvSpPr/>
          <p:nvPr/>
        </p:nvSpPr>
        <p:spPr>
          <a:xfrm>
            <a:off x="172146" y="539858"/>
            <a:ext cx="11847709" cy="6181852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84A74602-5143-D344-B0D7-D14BA4398EF1}"/>
              </a:ext>
            </a:extLst>
          </p:cNvPr>
          <p:cNvGrpSpPr/>
          <p:nvPr/>
        </p:nvGrpSpPr>
        <p:grpSpPr>
          <a:xfrm>
            <a:off x="2523680" y="2555849"/>
            <a:ext cx="6733726" cy="2149869"/>
            <a:chOff x="1485253" y="2273128"/>
            <a:chExt cx="6733726" cy="2149869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517C9940-A2ED-C7D4-9200-09A15FAEA8BA}"/>
                </a:ext>
              </a:extLst>
            </p:cNvPr>
            <p:cNvSpPr/>
            <p:nvPr/>
          </p:nvSpPr>
          <p:spPr>
            <a:xfrm>
              <a:off x="5734659" y="2846867"/>
              <a:ext cx="1086262" cy="40716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지도 연결</a:t>
              </a:r>
              <a:endParaRPr lang="en-US" altLang="ko-KR" sz="1000" spc="-15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네이버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/;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카카오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</a:t>
              </a:r>
              <a:r>
                <a:rPr lang="ko-KR" altLang="en-US" sz="1000" spc="-150" dirty="0" err="1">
                  <a:solidFill>
                    <a:sysClr val="windowText" lastClr="000000"/>
                  </a:solidFill>
                </a:rPr>
                <a:t>티맵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)</a:t>
              </a:r>
              <a:endParaRPr lang="ko-KR" altLang="en-US" sz="1000" spc="-1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7537ADE8-CA02-DC6C-BC12-9139E09897DB}"/>
                </a:ext>
              </a:extLst>
            </p:cNvPr>
            <p:cNvSpPr/>
            <p:nvPr/>
          </p:nvSpPr>
          <p:spPr>
            <a:xfrm>
              <a:off x="5734659" y="3344529"/>
              <a:ext cx="1086262" cy="40716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사진 </a:t>
              </a:r>
              <a:r>
                <a:rPr lang="ko-KR" altLang="en-US" sz="1000" spc="-150" dirty="0" err="1">
                  <a:solidFill>
                    <a:sysClr val="windowText" lastClr="000000"/>
                  </a:solidFill>
                </a:rPr>
                <a:t>알럿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전체보기 </a:t>
              </a:r>
            </a:p>
          </p:txBody>
        </p:sp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94EF95D9-E3EC-BB84-C0C8-0C963098F1FF}"/>
                </a:ext>
              </a:extLst>
            </p:cNvPr>
            <p:cNvSpPr/>
            <p:nvPr/>
          </p:nvSpPr>
          <p:spPr>
            <a:xfrm>
              <a:off x="5731203" y="2279264"/>
              <a:ext cx="1086262" cy="4816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필요기능</a:t>
              </a:r>
            </a:p>
          </p:txBody>
        </p:sp>
        <p:sp>
          <p:nvSpPr>
            <p:cNvPr id="115" name="순서도: 데이터 114">
              <a:extLst>
                <a:ext uri="{FF2B5EF4-FFF2-40B4-BE49-F238E27FC236}">
                  <a16:creationId xmlns:a16="http://schemas.microsoft.com/office/drawing/2014/main" id="{FE7994C2-A17D-38BE-97B0-665890A7761A}"/>
                </a:ext>
              </a:extLst>
            </p:cNvPr>
            <p:cNvSpPr/>
            <p:nvPr/>
          </p:nvSpPr>
          <p:spPr>
            <a:xfrm>
              <a:off x="4216478" y="2274413"/>
              <a:ext cx="1336920" cy="486532"/>
            </a:xfrm>
            <a:prstGeom prst="flowChartInputOutput">
              <a:avLst/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</a:rPr>
                <a:t>정보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E213E5F1-8DF8-B62F-E2D5-9D6AF06FD0FD}"/>
                </a:ext>
              </a:extLst>
            </p:cNvPr>
            <p:cNvSpPr/>
            <p:nvPr/>
          </p:nvSpPr>
          <p:spPr>
            <a:xfrm>
              <a:off x="1485253" y="2273128"/>
              <a:ext cx="1086262" cy="47759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링크 진입</a:t>
              </a:r>
              <a:endParaRPr lang="en-US" altLang="ko-KR" sz="1000" spc="-15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직접클릭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 QR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리딩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)</a:t>
              </a:r>
              <a:endParaRPr lang="ko-KR" altLang="en-US" sz="1000" spc="-1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E93909C2-3FAE-5CC2-3B0A-379589D607E7}"/>
                </a:ext>
              </a:extLst>
            </p:cNvPr>
            <p:cNvSpPr/>
            <p:nvPr/>
          </p:nvSpPr>
          <p:spPr>
            <a:xfrm>
              <a:off x="2885075" y="2287705"/>
              <a:ext cx="1086262" cy="47759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</a:rPr>
                <a:t>메인 사진 </a:t>
              </a:r>
              <a:endParaRPr lang="ko-KR" altLang="en-US" sz="1000" b="1" spc="-37" baseline="0" dirty="0">
                <a:solidFill>
                  <a:schemeClr val="tx1"/>
                </a:solidFill>
                <a:latin typeface="NotoSansKR-Bold"/>
                <a:ea typeface="NotoSansKR-Bold"/>
                <a:sym typeface="NotoSansKR-Bold"/>
                <a:rtl val="0"/>
              </a:endParaRPr>
            </a:p>
          </p:txBody>
        </p: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4D095AD5-61C2-71E4-5262-C6144E898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515" y="2511927"/>
              <a:ext cx="313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4AE781F0-9CBB-859B-E70D-FA44B9459E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1337" y="2511927"/>
              <a:ext cx="313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화살표 연결선 121">
              <a:extLst>
                <a:ext uri="{FF2B5EF4-FFF2-40B4-BE49-F238E27FC236}">
                  <a16:creationId xmlns:a16="http://schemas.microsoft.com/office/drawing/2014/main" id="{CCE6B4BC-6D73-FC3D-5A8B-6D032F9E2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5917" y="2511927"/>
              <a:ext cx="313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7391F19C-981A-CE6C-5FCB-A53F897102EF}"/>
                </a:ext>
              </a:extLst>
            </p:cNvPr>
            <p:cNvSpPr/>
            <p:nvPr/>
          </p:nvSpPr>
          <p:spPr>
            <a:xfrm>
              <a:off x="7132717" y="2285663"/>
              <a:ext cx="1086262" cy="48168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종료</a:t>
              </a:r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2F9A71B3-BFA0-E970-D6E7-1775BEE1B5F1}"/>
                </a:ext>
              </a:extLst>
            </p:cNvPr>
            <p:cNvSpPr/>
            <p:nvPr/>
          </p:nvSpPr>
          <p:spPr>
            <a:xfrm>
              <a:off x="4213504" y="2858506"/>
              <a:ext cx="986465" cy="247237"/>
            </a:xfrm>
            <a:prstGeom prst="roundRect">
              <a:avLst>
                <a:gd name="adj" fmla="val 0"/>
              </a:avLst>
            </a:prstGeom>
            <a:solidFill>
              <a:srgbClr val="7070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72000" rIns="36000" bIns="72000"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기본 구성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4C1ECFC-6683-358D-F110-1C96113B82E3}"/>
                </a:ext>
              </a:extLst>
            </p:cNvPr>
            <p:cNvSpPr txBox="1"/>
            <p:nvPr/>
          </p:nvSpPr>
          <p:spPr>
            <a:xfrm>
              <a:off x="4201783" y="3203304"/>
              <a:ext cx="1214134" cy="1219693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ko-KR" altLang="en-US" sz="900" spc="-20" baseline="0" dirty="0" err="1">
                  <a:solidFill>
                    <a:srgbClr val="444444"/>
                  </a:solidFill>
                  <a:latin typeface="+mn-ea"/>
                  <a:ea typeface="+mn-ea"/>
                  <a:sym typeface="NotoSansKR-Regular"/>
                  <a:rtl val="0"/>
                </a:rPr>
                <a:t>ㆍ일시</a:t>
              </a:r>
              <a:endParaRPr lang="en-US" altLang="ko-KR" sz="900" spc="-20" baseline="0" dirty="0">
                <a:solidFill>
                  <a:srgbClr val="444444"/>
                </a:solidFill>
                <a:latin typeface="+mn-ea"/>
                <a:ea typeface="+mn-ea"/>
                <a:sym typeface="NotoSansKR-Regular"/>
                <a:rtl val="0"/>
              </a:endParaRPr>
            </a:p>
            <a:p>
              <a:pPr algn="l">
                <a:lnSpc>
                  <a:spcPct val="150000"/>
                </a:lnSpc>
              </a:pPr>
              <a:r>
                <a:rPr lang="ko-KR" altLang="en-US" sz="900" spc="-20" baseline="0" dirty="0" err="1">
                  <a:solidFill>
                    <a:srgbClr val="444444"/>
                  </a:solidFill>
                  <a:latin typeface="+mn-ea"/>
                  <a:ea typeface="+mn-ea"/>
                  <a:sym typeface="NotoSansKR-Regular"/>
                  <a:rtl val="0"/>
                </a:rPr>
                <a:t>ㆍ</a:t>
              </a:r>
              <a:r>
                <a:rPr lang="ko-KR" altLang="en-US" sz="900" spc="-20" dirty="0" err="1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장소</a:t>
              </a:r>
              <a:endParaRPr lang="en-US" altLang="ko-KR" sz="900" spc="-20" dirty="0">
                <a:solidFill>
                  <a:srgbClr val="444444"/>
                </a:solidFill>
                <a:latin typeface="+mn-ea"/>
                <a:sym typeface="NotoSansKR-Regular"/>
                <a:rtl val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spc="-20" dirty="0" err="1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ㆍ지도</a:t>
              </a:r>
              <a:r>
                <a:rPr lang="en-US" altLang="ko-KR" sz="900" spc="-20" dirty="0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,  </a:t>
              </a:r>
              <a:r>
                <a:rPr lang="ko-KR" altLang="en-US" sz="900" spc="-20" dirty="0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교통편 안내</a:t>
              </a:r>
              <a:endParaRPr lang="en-US" altLang="ko-KR" sz="900" spc="-20" dirty="0">
                <a:solidFill>
                  <a:srgbClr val="444444"/>
                </a:solidFill>
                <a:latin typeface="+mn-ea"/>
                <a:sym typeface="NotoSansKR-Regular"/>
                <a:rtl val="0"/>
              </a:endParaRPr>
            </a:p>
            <a:p>
              <a:pPr algn="l">
                <a:lnSpc>
                  <a:spcPct val="150000"/>
                </a:lnSpc>
              </a:pPr>
              <a:r>
                <a:rPr lang="ko-KR" altLang="en-US" sz="900" spc="-20" baseline="0" dirty="0" err="1">
                  <a:solidFill>
                    <a:srgbClr val="444444"/>
                  </a:solidFill>
                  <a:latin typeface="+mn-ea"/>
                  <a:ea typeface="+mn-ea"/>
                  <a:sym typeface="NotoSansKR-Regular"/>
                  <a:rtl val="0"/>
                </a:rPr>
                <a:t>ㆍ사진</a:t>
              </a:r>
              <a:endParaRPr lang="en-US" altLang="ko-KR" sz="900" spc="-20" baseline="0" dirty="0">
                <a:solidFill>
                  <a:srgbClr val="444444"/>
                </a:solidFill>
                <a:latin typeface="+mn-ea"/>
                <a:ea typeface="+mn-ea"/>
                <a:sym typeface="NotoSansKR-Regular"/>
                <a:rtl val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spc="-20" dirty="0" err="1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ㆍ문구</a:t>
              </a:r>
              <a:endParaRPr lang="en-US" altLang="ko-KR" sz="900" spc="-20" dirty="0">
                <a:solidFill>
                  <a:srgbClr val="444444"/>
                </a:solidFill>
                <a:latin typeface="+mn-ea"/>
                <a:sym typeface="NotoSansKR-Regular"/>
                <a:rtl val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spc="-20" dirty="0" err="1">
                  <a:solidFill>
                    <a:srgbClr val="444444"/>
                  </a:solidFill>
                  <a:latin typeface="+mn-ea"/>
                  <a:sym typeface="NotoSansKR-Regular"/>
                  <a:rtl val="0"/>
                </a:rPr>
                <a:t>ㆍ계좌번호</a:t>
              </a:r>
              <a:endParaRPr lang="ko-KR" altLang="en-US" sz="900" spc="-150" dirty="0"/>
            </a:p>
          </p:txBody>
        </p: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ADF86EFC-1572-5C05-C80C-687E7B7240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617" y="2511927"/>
              <a:ext cx="31356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9423D3D-35DC-C0A9-309B-4DD94E3EF731}"/>
                </a:ext>
              </a:extLst>
            </p:cNvPr>
            <p:cNvSpPr/>
            <p:nvPr/>
          </p:nvSpPr>
          <p:spPr>
            <a:xfrm>
              <a:off x="5734659" y="3875572"/>
              <a:ext cx="1086262" cy="40716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연락처 및 계좌번호</a:t>
              </a:r>
              <a:endParaRPr lang="en-US" altLang="ko-KR" sz="1000" spc="-15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000" spc="-150" dirty="0" err="1">
                  <a:solidFill>
                    <a:sysClr val="windowText" lastClr="000000"/>
                  </a:solidFill>
                </a:rPr>
                <a:t>알럿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  </a:t>
              </a:r>
              <a:r>
                <a:rPr lang="en-US" altLang="ko-KR" sz="1000" spc="-150" dirty="0">
                  <a:solidFill>
                    <a:sysClr val="windowText" lastClr="000000"/>
                  </a:solidFill>
                </a:rPr>
                <a:t>/ </a:t>
              </a:r>
              <a:r>
                <a:rPr lang="ko-KR" altLang="en-US" sz="1000" spc="-150" dirty="0">
                  <a:solidFill>
                    <a:sysClr val="windowText" lastClr="000000"/>
                  </a:solidFill>
                </a:rPr>
                <a:t>복사하기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6BB89B9-2E17-40A2-7ABF-B777FB16BF43}"/>
              </a:ext>
            </a:extLst>
          </p:cNvPr>
          <p:cNvSpPr txBox="1"/>
          <p:nvPr/>
        </p:nvSpPr>
        <p:spPr>
          <a:xfrm>
            <a:off x="356836" y="822873"/>
            <a:ext cx="60975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/>
              </a:rPr>
              <a:t>https://www.miricanvas.com/ko/v/14ppp6w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참고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채재광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모청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9633918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직사각형 474">
            <a:extLst>
              <a:ext uri="{FF2B5EF4-FFF2-40B4-BE49-F238E27FC236}">
                <a16:creationId xmlns:a16="http://schemas.microsoft.com/office/drawing/2014/main" id="{67E81797-E44D-54EE-396A-26F42C27721E}"/>
              </a:ext>
            </a:extLst>
          </p:cNvPr>
          <p:cNvSpPr/>
          <p:nvPr/>
        </p:nvSpPr>
        <p:spPr>
          <a:xfrm flipH="1">
            <a:off x="8879304" y="2860057"/>
            <a:ext cx="3240701" cy="2785927"/>
          </a:xfrm>
          <a:prstGeom prst="rect">
            <a:avLst/>
          </a:prstGeom>
          <a:solidFill>
            <a:schemeClr val="tx1">
              <a:lumMod val="75000"/>
              <a:lumOff val="25000"/>
              <a:alpha val="41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456" name="그림 455">
            <a:extLst>
              <a:ext uri="{FF2B5EF4-FFF2-40B4-BE49-F238E27FC236}">
                <a16:creationId xmlns:a16="http://schemas.microsoft.com/office/drawing/2014/main" id="{E9DDB821-999B-B49F-D582-9BF8E2C14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24" r="7934"/>
          <a:stretch>
            <a:fillRect/>
          </a:stretch>
        </p:blipFill>
        <p:spPr>
          <a:xfrm>
            <a:off x="3125514" y="1513761"/>
            <a:ext cx="2806279" cy="4699354"/>
          </a:xfrm>
          <a:prstGeom prst="rect">
            <a:avLst/>
          </a:prstGeom>
        </p:spPr>
      </p:pic>
      <p:pic>
        <p:nvPicPr>
          <p:cNvPr id="454" name="그림 453">
            <a:extLst>
              <a:ext uri="{FF2B5EF4-FFF2-40B4-BE49-F238E27FC236}">
                <a16:creationId xmlns:a16="http://schemas.microsoft.com/office/drawing/2014/main" id="{A54F9BCD-5A61-9A13-54BB-D8FAB3A00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7" t="8699" r="4441"/>
          <a:stretch>
            <a:fillRect/>
          </a:stretch>
        </p:blipFill>
        <p:spPr>
          <a:xfrm>
            <a:off x="226231" y="1507330"/>
            <a:ext cx="2738574" cy="4751141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BB0E5CE-CDF2-BE9B-F10D-6508497B5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201497"/>
              </p:ext>
            </p:extLst>
          </p:nvPr>
        </p:nvGraphicFramePr>
        <p:xfrm>
          <a:off x="131763" y="159544"/>
          <a:ext cx="11925300" cy="523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2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2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M-0101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23-0000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검사유형선택</a:t>
                      </a:r>
                      <a:r>
                        <a:rPr lang="en-US" altLang="ko-KR" sz="1100" dirty="0"/>
                        <a:t> &gt; </a:t>
                      </a:r>
                      <a:r>
                        <a:rPr lang="ko-KR" altLang="en-US" sz="1100" dirty="0"/>
                        <a:t>인적사항 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실시 안내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51249C0-0D70-FD19-AC5E-631B6B006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745151"/>
              </p:ext>
            </p:extLst>
          </p:nvPr>
        </p:nvGraphicFramePr>
        <p:xfrm>
          <a:off x="6316128" y="742975"/>
          <a:ext cx="5747604" cy="21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15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배경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#f5ffc2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흩날리는 꽃잎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#125021</a:t>
                      </a:r>
                      <a:endParaRPr lang="ko-KR" altLang="en-US" sz="10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dirty="0"/>
                        <a:t>사진 교체 </a:t>
                      </a:r>
                      <a:r>
                        <a:rPr lang="en-US" altLang="ko-KR" sz="1000" dirty="0"/>
                        <a:t>#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 수정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국방컨벤션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층 에메랄드홀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내용 하단 첨부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내용 길에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맞체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공간 축소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알럿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기능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93655606-ED8A-0A6A-3D9F-85BD50FE37ED}"/>
              </a:ext>
            </a:extLst>
          </p:cNvPr>
          <p:cNvGrpSpPr/>
          <p:nvPr/>
        </p:nvGrpSpPr>
        <p:grpSpPr>
          <a:xfrm>
            <a:off x="238153" y="788917"/>
            <a:ext cx="2637957" cy="634789"/>
            <a:chOff x="233362" y="788917"/>
            <a:chExt cx="2637957" cy="63478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57061D9-9AAE-B756-E760-0F3254CE7F9A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E670DA-EB99-D944-88F7-ADF5FA3F4763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41B42E-EA75-824A-6160-BC3198FDA72D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046D9F8-EF95-7F42-138B-18EC2DEC5444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4C3CDF-CF9F-6B25-2B69-6591B1D459FE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B909569-5BA2-2DDA-2BA9-8742FE9AC30B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D9B980B-140A-46D6-969C-83195E519E51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71A13DE-9F38-3372-3355-E0E4DA6AE9E7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975A5B-820C-0784-8F3F-D18344D0939E}"/>
                </a:ext>
              </a:extLst>
            </p:cNvPr>
            <p:cNvSpPr txBox="1"/>
            <p:nvPr/>
          </p:nvSpPr>
          <p:spPr>
            <a:xfrm>
              <a:off x="1001512" y="1162259"/>
              <a:ext cx="1064022" cy="223138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www.~~</a:t>
              </a:r>
            </a:p>
          </p:txBody>
        </p:sp>
      </p:grp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CE1E9DE1-048A-1C62-396E-E8813862995C}"/>
              </a:ext>
            </a:extLst>
          </p:cNvPr>
          <p:cNvSpPr/>
          <p:nvPr/>
        </p:nvSpPr>
        <p:spPr>
          <a:xfrm>
            <a:off x="131764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60C888DD-F1E8-09E6-06CE-C3D49B3DA0E5}"/>
              </a:ext>
            </a:extLst>
          </p:cNvPr>
          <p:cNvGrpSpPr/>
          <p:nvPr/>
        </p:nvGrpSpPr>
        <p:grpSpPr>
          <a:xfrm>
            <a:off x="371351" y="6313221"/>
            <a:ext cx="2333925" cy="294551"/>
            <a:chOff x="304716" y="6122741"/>
            <a:chExt cx="2333925" cy="294551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ACC7CB71-054C-5441-8BA1-6CEB35B1229F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9B1E3E6B-D3C9-4315-AF55-D082E2CC3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25AE8259-2EB9-89B3-3E71-8CD50EBAAB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FB1BF374-EAC1-0C7D-2B11-CBEA43E5E5E2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A1B2DB20-8C08-990B-1ECB-869994438832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4BD8A32F-D81D-1DF2-FDCE-654C43030B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21B4B3EB-F2B8-A8D9-46F5-2FA792A203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FFC1EC98-7D4E-034A-B733-1B456E50746B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BE566D2B-81A1-FC84-3387-947DD569EB3B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1992FDE1-3A12-D7F8-E93E-14C516E61DE9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8BBE2332-85DA-32EA-1888-13DE01F3013D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3574FB83-F293-3AB2-59BD-74398F939EDA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46F9A4EE-ED02-F430-40A6-A5C3824E460A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811D6A6D-8BC6-D473-A8FF-D623196A9E24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074BB507-F997-266C-97A0-2D0E9467B9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6CBE195C-2920-8A26-3C19-A3CD225EFC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C6B10F9-DB07-4206-246D-0EAEF3FF91BB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EE9C5EE-FEDC-330D-51E1-A3B3F2C27C11}"/>
              </a:ext>
            </a:extLst>
          </p:cNvPr>
          <p:cNvGrpSpPr/>
          <p:nvPr/>
        </p:nvGrpSpPr>
        <p:grpSpPr>
          <a:xfrm>
            <a:off x="128268" y="748788"/>
            <a:ext cx="2857059" cy="5971029"/>
            <a:chOff x="128268" y="748788"/>
            <a:chExt cx="2857059" cy="5971029"/>
          </a:xfrm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A4701277-6C14-ABF9-15B0-A07CA1E2DA4B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1B4793-29AA-FFF1-50C8-FEB61F91ABC6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BF071CAF-9C12-C35C-1D02-3A82A153DFC9}"/>
              </a:ext>
            </a:extLst>
          </p:cNvPr>
          <p:cNvGrpSpPr/>
          <p:nvPr/>
        </p:nvGrpSpPr>
        <p:grpSpPr>
          <a:xfrm>
            <a:off x="3191528" y="788917"/>
            <a:ext cx="2637957" cy="634789"/>
            <a:chOff x="233362" y="788917"/>
            <a:chExt cx="2637957" cy="634789"/>
          </a:xfrm>
        </p:grpSpPr>
        <p:sp>
          <p:nvSpPr>
            <p:cNvPr id="478" name="사각형: 둥근 모서리 477">
              <a:extLst>
                <a:ext uri="{FF2B5EF4-FFF2-40B4-BE49-F238E27FC236}">
                  <a16:creationId xmlns:a16="http://schemas.microsoft.com/office/drawing/2014/main" id="{AB333A12-72A0-7720-22ED-81BAD18F8B00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58EEAB57-52A4-9264-F598-21D6B70D6DA2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C1B8C768-DA1E-631A-78C0-400E6D562DAC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481" name="사각형: 둥근 모서리 480">
              <a:extLst>
                <a:ext uri="{FF2B5EF4-FFF2-40B4-BE49-F238E27FC236}">
                  <a16:creationId xmlns:a16="http://schemas.microsoft.com/office/drawing/2014/main" id="{E8EDF9FD-37CB-083B-1563-936D9DCDC0F8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19127309-5C38-4E9C-DA06-25CDE5129694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484" name="사각형: 둥근 모서리 483">
              <a:extLst>
                <a:ext uri="{FF2B5EF4-FFF2-40B4-BE49-F238E27FC236}">
                  <a16:creationId xmlns:a16="http://schemas.microsoft.com/office/drawing/2014/main" id="{621F79E9-E576-68F2-25E1-76577B32703E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0" name="사각형: 둥근 모서리 489">
              <a:extLst>
                <a:ext uri="{FF2B5EF4-FFF2-40B4-BE49-F238E27FC236}">
                  <a16:creationId xmlns:a16="http://schemas.microsoft.com/office/drawing/2014/main" id="{0ABCF24F-9743-0004-7616-C5A2C9ED34AD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1" name="사각형: 둥근 모서리 490">
              <a:extLst>
                <a:ext uri="{FF2B5EF4-FFF2-40B4-BE49-F238E27FC236}">
                  <a16:creationId xmlns:a16="http://schemas.microsoft.com/office/drawing/2014/main" id="{EAE9BF1A-4BB2-E7A5-1F4D-B8C756582BAE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1E2E754A-DE06-99C4-CE85-D3845CCCF495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sp>
        <p:nvSpPr>
          <p:cNvPr id="494" name="사각형: 둥근 모서리 493">
            <a:extLst>
              <a:ext uri="{FF2B5EF4-FFF2-40B4-BE49-F238E27FC236}">
                <a16:creationId xmlns:a16="http://schemas.microsoft.com/office/drawing/2014/main" id="{826426AC-37C9-F79C-B7CE-801BDB29ACA0}"/>
              </a:ext>
            </a:extLst>
          </p:cNvPr>
          <p:cNvSpPr/>
          <p:nvPr/>
        </p:nvSpPr>
        <p:spPr>
          <a:xfrm>
            <a:off x="3085139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495" name="그룹 494">
            <a:extLst>
              <a:ext uri="{FF2B5EF4-FFF2-40B4-BE49-F238E27FC236}">
                <a16:creationId xmlns:a16="http://schemas.microsoft.com/office/drawing/2014/main" id="{4D406740-AEFA-680E-9650-0D49605C11DF}"/>
              </a:ext>
            </a:extLst>
          </p:cNvPr>
          <p:cNvGrpSpPr/>
          <p:nvPr/>
        </p:nvGrpSpPr>
        <p:grpSpPr>
          <a:xfrm>
            <a:off x="3081643" y="748788"/>
            <a:ext cx="2857059" cy="5971029"/>
            <a:chOff x="128268" y="748788"/>
            <a:chExt cx="2857059" cy="5971029"/>
          </a:xfrm>
        </p:grpSpPr>
        <p:sp>
          <p:nvSpPr>
            <p:cNvPr id="496" name="자유형: 도형 495">
              <a:extLst>
                <a:ext uri="{FF2B5EF4-FFF2-40B4-BE49-F238E27FC236}">
                  <a16:creationId xmlns:a16="http://schemas.microsoft.com/office/drawing/2014/main" id="{F9C28216-C214-C294-EF3C-AC320EF05334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76C23B51-175D-71A6-46F3-043992A374BB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48" name="그룹 547">
            <a:extLst>
              <a:ext uri="{FF2B5EF4-FFF2-40B4-BE49-F238E27FC236}">
                <a16:creationId xmlns:a16="http://schemas.microsoft.com/office/drawing/2014/main" id="{91B40633-C791-65A7-9F77-08ED4E05CDE5}"/>
              </a:ext>
            </a:extLst>
          </p:cNvPr>
          <p:cNvGrpSpPr/>
          <p:nvPr/>
        </p:nvGrpSpPr>
        <p:grpSpPr>
          <a:xfrm>
            <a:off x="3327189" y="6313221"/>
            <a:ext cx="2333925" cy="294551"/>
            <a:chOff x="304716" y="6122741"/>
            <a:chExt cx="2333925" cy="294551"/>
          </a:xfrm>
        </p:grpSpPr>
        <p:grpSp>
          <p:nvGrpSpPr>
            <p:cNvPr id="549" name="그룹 548">
              <a:extLst>
                <a:ext uri="{FF2B5EF4-FFF2-40B4-BE49-F238E27FC236}">
                  <a16:creationId xmlns:a16="http://schemas.microsoft.com/office/drawing/2014/main" id="{6813DCD1-BFBC-829C-3B30-04A8C91C2690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563" name="직선 연결선 562">
                <a:extLst>
                  <a:ext uri="{FF2B5EF4-FFF2-40B4-BE49-F238E27FC236}">
                    <a16:creationId xmlns:a16="http://schemas.microsoft.com/office/drawing/2014/main" id="{1C70436C-38A0-64BC-BAE4-3FD943E5F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직선 연결선 563">
                <a:extLst>
                  <a:ext uri="{FF2B5EF4-FFF2-40B4-BE49-F238E27FC236}">
                    <a16:creationId xmlns:a16="http://schemas.microsoft.com/office/drawing/2014/main" id="{4D1EF3D5-2C97-6953-2797-EA5D1CE58F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직선 연결선 564">
                <a:extLst>
                  <a:ext uri="{FF2B5EF4-FFF2-40B4-BE49-F238E27FC236}">
                    <a16:creationId xmlns:a16="http://schemas.microsoft.com/office/drawing/2014/main" id="{30DD1213-5AED-9164-4DB4-C8B0B15270F8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그룹 549">
              <a:extLst>
                <a:ext uri="{FF2B5EF4-FFF2-40B4-BE49-F238E27FC236}">
                  <a16:creationId xmlns:a16="http://schemas.microsoft.com/office/drawing/2014/main" id="{65C7616C-3C0D-49D6-B8C3-E1C267131909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560" name="직선 연결선 559">
                <a:extLst>
                  <a:ext uri="{FF2B5EF4-FFF2-40B4-BE49-F238E27FC236}">
                    <a16:creationId xmlns:a16="http://schemas.microsoft.com/office/drawing/2014/main" id="{7FFED11E-C41E-03EB-6639-A026A4984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직선 연결선 560">
                <a:extLst>
                  <a:ext uri="{FF2B5EF4-FFF2-40B4-BE49-F238E27FC236}">
                    <a16:creationId xmlns:a16="http://schemas.microsoft.com/office/drawing/2014/main" id="{8F12F35F-C26F-CDA1-E1A1-8FF05F4794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직선 연결선 561">
                <a:extLst>
                  <a:ext uri="{FF2B5EF4-FFF2-40B4-BE49-F238E27FC236}">
                    <a16:creationId xmlns:a16="http://schemas.microsoft.com/office/drawing/2014/main" id="{B065BB25-A430-0B76-161B-260F2F4A4904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1" name="사각형: 둥근 모서리 550">
              <a:extLst>
                <a:ext uri="{FF2B5EF4-FFF2-40B4-BE49-F238E27FC236}">
                  <a16:creationId xmlns:a16="http://schemas.microsoft.com/office/drawing/2014/main" id="{30F349EC-2869-898B-19EE-6AE912101267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52" name="그룹 551">
              <a:extLst>
                <a:ext uri="{FF2B5EF4-FFF2-40B4-BE49-F238E27FC236}">
                  <a16:creationId xmlns:a16="http://schemas.microsoft.com/office/drawing/2014/main" id="{8E0BDCFB-BAC8-CAA9-B71A-4D23C1B70892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557" name="타원 556">
                <a:extLst>
                  <a:ext uri="{FF2B5EF4-FFF2-40B4-BE49-F238E27FC236}">
                    <a16:creationId xmlns:a16="http://schemas.microsoft.com/office/drawing/2014/main" id="{9AFD89CE-E907-F78B-E583-DE2EE135D647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8" name="타원 557">
                <a:extLst>
                  <a:ext uri="{FF2B5EF4-FFF2-40B4-BE49-F238E27FC236}">
                    <a16:creationId xmlns:a16="http://schemas.microsoft.com/office/drawing/2014/main" id="{E746B5C7-004F-FBF6-684E-5495924E5296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9" name="타원 558">
                <a:extLst>
                  <a:ext uri="{FF2B5EF4-FFF2-40B4-BE49-F238E27FC236}">
                    <a16:creationId xmlns:a16="http://schemas.microsoft.com/office/drawing/2014/main" id="{7E97A36F-4EDF-F4AC-4512-0CC787EE5E38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553" name="타원 552">
              <a:extLst>
                <a:ext uri="{FF2B5EF4-FFF2-40B4-BE49-F238E27FC236}">
                  <a16:creationId xmlns:a16="http://schemas.microsoft.com/office/drawing/2014/main" id="{8EED0AD1-CB1F-C27B-AEB6-19330E1F2497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54" name="직선 연결선 553">
              <a:extLst>
                <a:ext uri="{FF2B5EF4-FFF2-40B4-BE49-F238E27FC236}">
                  <a16:creationId xmlns:a16="http://schemas.microsoft.com/office/drawing/2014/main" id="{E86213E9-19AB-C47A-9870-2EA6B62025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직선 연결선 554">
              <a:extLst>
                <a:ext uri="{FF2B5EF4-FFF2-40B4-BE49-F238E27FC236}">
                  <a16:creationId xmlns:a16="http://schemas.microsoft.com/office/drawing/2014/main" id="{C44D19E9-1BAC-D1DC-88F6-93C6ECAE9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2AC002A0-1288-330F-8741-521E9C9BE2AC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</p:grpSp>
      <p:sp>
        <p:nvSpPr>
          <p:cNvPr id="682" name="사각형: 둥근 모서리 681">
            <a:extLst>
              <a:ext uri="{FF2B5EF4-FFF2-40B4-BE49-F238E27FC236}">
                <a16:creationId xmlns:a16="http://schemas.microsoft.com/office/drawing/2014/main" id="{EF0223A0-47A6-50EB-96D5-D64560302DE5}"/>
              </a:ext>
            </a:extLst>
          </p:cNvPr>
          <p:cNvSpPr/>
          <p:nvPr/>
        </p:nvSpPr>
        <p:spPr>
          <a:xfrm>
            <a:off x="2896256" y="2005235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83" name="사각형: 둥근 모서리 682">
            <a:extLst>
              <a:ext uri="{FF2B5EF4-FFF2-40B4-BE49-F238E27FC236}">
                <a16:creationId xmlns:a16="http://schemas.microsoft.com/office/drawing/2014/main" id="{0483D13F-1FCA-4DD2-3784-6504888ED91E}"/>
              </a:ext>
            </a:extLst>
          </p:cNvPr>
          <p:cNvSpPr/>
          <p:nvPr/>
        </p:nvSpPr>
        <p:spPr>
          <a:xfrm>
            <a:off x="5823775" y="3568416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D8653B3-E0CA-D7B1-4C11-178608F283CF}"/>
              </a:ext>
            </a:extLst>
          </p:cNvPr>
          <p:cNvCxnSpPr>
            <a:cxnSpLocks/>
          </p:cNvCxnSpPr>
          <p:nvPr/>
        </p:nvCxnSpPr>
        <p:spPr>
          <a:xfrm>
            <a:off x="2844471" y="1872690"/>
            <a:ext cx="0" cy="4385782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round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6E17306-53C2-CCFA-2AB3-D74160AD6BBB}"/>
              </a:ext>
            </a:extLst>
          </p:cNvPr>
          <p:cNvCxnSpPr>
            <a:cxnSpLocks/>
          </p:cNvCxnSpPr>
          <p:nvPr/>
        </p:nvCxnSpPr>
        <p:spPr>
          <a:xfrm>
            <a:off x="5761957" y="1872690"/>
            <a:ext cx="0" cy="4385782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round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F792D67F-6920-6FCF-1E5D-2FEA2CC78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44" y="2980517"/>
            <a:ext cx="2377251" cy="2520459"/>
          </a:xfrm>
          <a:prstGeom prst="rect">
            <a:avLst/>
          </a:prstGeom>
        </p:spPr>
      </p:pic>
      <p:sp>
        <p:nvSpPr>
          <p:cNvPr id="463" name="TextBox 462">
            <a:extLst>
              <a:ext uri="{FF2B5EF4-FFF2-40B4-BE49-F238E27FC236}">
                <a16:creationId xmlns:a16="http://schemas.microsoft.com/office/drawing/2014/main" id="{93057CCE-D75D-5F17-C375-C216AD257C85}"/>
              </a:ext>
            </a:extLst>
          </p:cNvPr>
          <p:cNvSpPr txBox="1"/>
          <p:nvPr/>
        </p:nvSpPr>
        <p:spPr>
          <a:xfrm>
            <a:off x="6468615" y="3069518"/>
            <a:ext cx="26021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000" dirty="0"/>
              <a:t>좋은 날에는 함께 웃고</a:t>
            </a:r>
            <a:br>
              <a:rPr lang="ko-KR" altLang="ko-KR" sz="1000" dirty="0"/>
            </a:br>
            <a:r>
              <a:rPr lang="ko-KR" altLang="ko-KR" sz="1000" dirty="0"/>
              <a:t>힘든 날에는 서로의 편이 되어</a:t>
            </a:r>
            <a:br>
              <a:rPr lang="ko-KR" altLang="ko-KR" sz="1000" dirty="0"/>
            </a:br>
            <a:r>
              <a:rPr lang="ko-KR" altLang="ko-KR" sz="1000" dirty="0"/>
              <a:t>가장 좋은 친구이자 평생의 동역자로</a:t>
            </a:r>
            <a:br>
              <a:rPr lang="ko-KR" altLang="ko-KR" sz="1000" dirty="0"/>
            </a:br>
            <a:r>
              <a:rPr lang="ko-KR" altLang="ko-KR" sz="1000" dirty="0"/>
              <a:t>함께 걸어가려 합니다.</a:t>
            </a:r>
            <a:endParaRPr lang="en-US" altLang="ko-KR" sz="1000" dirty="0"/>
          </a:p>
          <a:p>
            <a:pPr>
              <a:buNone/>
            </a:pPr>
            <a:endParaRPr lang="ko-KR" altLang="ko-KR" sz="1000" dirty="0"/>
          </a:p>
          <a:p>
            <a:pPr>
              <a:buNone/>
            </a:pPr>
            <a:r>
              <a:rPr lang="ko-KR" altLang="ko-KR" sz="1000" dirty="0"/>
              <a:t>감사와 사랑으로 시작하는</a:t>
            </a:r>
            <a:br>
              <a:rPr lang="ko-KR" altLang="ko-KR" sz="1000" dirty="0"/>
            </a:br>
            <a:r>
              <a:rPr lang="ko-KR" altLang="ko-KR" sz="1000" dirty="0"/>
              <a:t>저희 두 사람의 첫걸음을 축복해 주세요.</a:t>
            </a:r>
            <a:endParaRPr lang="en-US" altLang="ko-KR" sz="1000" dirty="0"/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 err="1"/>
              <a:t>홍순국</a:t>
            </a:r>
            <a:r>
              <a:rPr lang="ko-KR" altLang="en-US" sz="1000" dirty="0"/>
              <a:t> </a:t>
            </a:r>
            <a:r>
              <a:rPr lang="en-US" altLang="ko-KR" sz="1000" dirty="0"/>
              <a:t>· </a:t>
            </a:r>
            <a:r>
              <a:rPr lang="ko-KR" altLang="en-US" sz="1000" dirty="0"/>
              <a:t>송은영 의 장남 </a:t>
            </a:r>
            <a:r>
              <a:rPr lang="ko-KR" altLang="en-US" sz="1000" dirty="0" err="1"/>
              <a:t>홍창완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dirty="0" err="1"/>
              <a:t>채춘희</a:t>
            </a:r>
            <a:r>
              <a:rPr lang="ko-KR" altLang="en-US" sz="1000" dirty="0"/>
              <a:t> </a:t>
            </a:r>
            <a:r>
              <a:rPr lang="en-US" altLang="ko-KR" sz="1000" dirty="0"/>
              <a:t>· </a:t>
            </a:r>
            <a:r>
              <a:rPr lang="ko-KR" altLang="en-US" sz="1000" dirty="0"/>
              <a:t>이혜숙 의 장녀 </a:t>
            </a:r>
            <a:r>
              <a:rPr lang="ko-KR" altLang="en-US" sz="1000" dirty="0" err="1"/>
              <a:t>채은아</a:t>
            </a:r>
            <a:endParaRPr lang="ko-KR" altLang="ko-KR" sz="1000" dirty="0"/>
          </a:p>
        </p:txBody>
      </p:sp>
      <p:sp>
        <p:nvSpPr>
          <p:cNvPr id="464" name="타원 463">
            <a:extLst>
              <a:ext uri="{FF2B5EF4-FFF2-40B4-BE49-F238E27FC236}">
                <a16:creationId xmlns:a16="http://schemas.microsoft.com/office/drawing/2014/main" id="{B2066632-435A-2DEF-E4C5-D3E9097A6760}"/>
              </a:ext>
            </a:extLst>
          </p:cNvPr>
          <p:cNvSpPr/>
          <p:nvPr/>
        </p:nvSpPr>
        <p:spPr>
          <a:xfrm>
            <a:off x="491783" y="2190965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5" name="타원 464">
            <a:extLst>
              <a:ext uri="{FF2B5EF4-FFF2-40B4-BE49-F238E27FC236}">
                <a16:creationId xmlns:a16="http://schemas.microsoft.com/office/drawing/2014/main" id="{6B416842-3A39-D9C8-1007-CFEFA19BBD86}"/>
              </a:ext>
            </a:extLst>
          </p:cNvPr>
          <p:cNvSpPr/>
          <p:nvPr/>
        </p:nvSpPr>
        <p:spPr>
          <a:xfrm>
            <a:off x="1192253" y="5349902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6" name="타원 465">
            <a:extLst>
              <a:ext uri="{FF2B5EF4-FFF2-40B4-BE49-F238E27FC236}">
                <a16:creationId xmlns:a16="http://schemas.microsoft.com/office/drawing/2014/main" id="{4D0320E9-1F36-BE66-9C42-1C72608B1A26}"/>
              </a:ext>
            </a:extLst>
          </p:cNvPr>
          <p:cNvSpPr/>
          <p:nvPr/>
        </p:nvSpPr>
        <p:spPr>
          <a:xfrm>
            <a:off x="1166257" y="5711852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7" name="타원 466">
            <a:extLst>
              <a:ext uri="{FF2B5EF4-FFF2-40B4-BE49-F238E27FC236}">
                <a16:creationId xmlns:a16="http://schemas.microsoft.com/office/drawing/2014/main" id="{54943A60-AF62-2306-090C-63DEB580175E}"/>
              </a:ext>
            </a:extLst>
          </p:cNvPr>
          <p:cNvSpPr/>
          <p:nvPr/>
        </p:nvSpPr>
        <p:spPr>
          <a:xfrm>
            <a:off x="3662671" y="2274919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8" name="타원 467">
            <a:extLst>
              <a:ext uri="{FF2B5EF4-FFF2-40B4-BE49-F238E27FC236}">
                <a16:creationId xmlns:a16="http://schemas.microsoft.com/office/drawing/2014/main" id="{770F4774-977A-237D-1282-53EB6CD51798}"/>
              </a:ext>
            </a:extLst>
          </p:cNvPr>
          <p:cNvSpPr/>
          <p:nvPr/>
        </p:nvSpPr>
        <p:spPr>
          <a:xfrm>
            <a:off x="3339395" y="5769920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9" name="타원 468">
            <a:extLst>
              <a:ext uri="{FF2B5EF4-FFF2-40B4-BE49-F238E27FC236}">
                <a16:creationId xmlns:a16="http://schemas.microsoft.com/office/drawing/2014/main" id="{602F6B99-B8E7-D562-443D-6381C0FE2A55}"/>
              </a:ext>
            </a:extLst>
          </p:cNvPr>
          <p:cNvSpPr/>
          <p:nvPr/>
        </p:nvSpPr>
        <p:spPr>
          <a:xfrm>
            <a:off x="9220207" y="2965966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0" name="타원 469">
            <a:extLst>
              <a:ext uri="{FF2B5EF4-FFF2-40B4-BE49-F238E27FC236}">
                <a16:creationId xmlns:a16="http://schemas.microsoft.com/office/drawing/2014/main" id="{DBA7E060-0F7C-C7E7-3EC6-FAC5D2CC67E8}"/>
              </a:ext>
            </a:extLst>
          </p:cNvPr>
          <p:cNvSpPr/>
          <p:nvPr/>
        </p:nvSpPr>
        <p:spPr>
          <a:xfrm>
            <a:off x="11002395" y="3786911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1" name="타원 470">
            <a:extLst>
              <a:ext uri="{FF2B5EF4-FFF2-40B4-BE49-F238E27FC236}">
                <a16:creationId xmlns:a16="http://schemas.microsoft.com/office/drawing/2014/main" id="{5C7238FA-D877-7A8D-C332-D06F3E600AA3}"/>
              </a:ext>
            </a:extLst>
          </p:cNvPr>
          <p:cNvSpPr/>
          <p:nvPr/>
        </p:nvSpPr>
        <p:spPr>
          <a:xfrm>
            <a:off x="6385598" y="3007597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A9050951-E20D-9661-2D59-54F97F275EA1}"/>
              </a:ext>
            </a:extLst>
          </p:cNvPr>
          <p:cNvSpPr txBox="1"/>
          <p:nvPr/>
        </p:nvSpPr>
        <p:spPr>
          <a:xfrm>
            <a:off x="9347529" y="5644888"/>
            <a:ext cx="2602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 err="1"/>
              <a:t>채은아</a:t>
            </a:r>
            <a:r>
              <a:rPr lang="ko-KR" altLang="en-US" sz="1000" dirty="0"/>
              <a:t> </a:t>
            </a:r>
            <a:r>
              <a:rPr lang="en-US" altLang="ko-KR" sz="1000" dirty="0"/>
              <a:t>010-9935-7424</a:t>
            </a:r>
          </a:p>
          <a:p>
            <a:pPr>
              <a:buNone/>
            </a:pPr>
            <a:r>
              <a:rPr lang="ko-KR" altLang="en-US" sz="1000" dirty="0" err="1"/>
              <a:t>채춘희</a:t>
            </a:r>
            <a:r>
              <a:rPr lang="ko-KR" altLang="en-US" sz="1000" dirty="0"/>
              <a:t> </a:t>
            </a:r>
            <a:r>
              <a:rPr lang="en-US" altLang="ko-KR" sz="1000" dirty="0"/>
              <a:t>010-9667-7424</a:t>
            </a:r>
          </a:p>
          <a:p>
            <a:pPr>
              <a:buNone/>
            </a:pPr>
            <a:r>
              <a:rPr lang="ko-KR" altLang="en-US" sz="1000" dirty="0"/>
              <a:t>이혜숙 </a:t>
            </a:r>
            <a:r>
              <a:rPr lang="en-US" altLang="ko-KR" sz="1000" dirty="0"/>
              <a:t>010-9967-7424</a:t>
            </a:r>
            <a:endParaRPr lang="ko-KR" altLang="ko-KR" sz="1000" dirty="0"/>
          </a:p>
        </p:txBody>
      </p: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BC3C0C02-787A-8324-B83B-BE6658B15711}"/>
              </a:ext>
            </a:extLst>
          </p:cNvPr>
          <p:cNvSpPr/>
          <p:nvPr/>
        </p:nvSpPr>
        <p:spPr>
          <a:xfrm>
            <a:off x="8611913" y="1223258"/>
            <a:ext cx="434196" cy="101140"/>
          </a:xfrm>
          <a:prstGeom prst="rect">
            <a:avLst/>
          </a:prstGeom>
          <a:solidFill>
            <a:srgbClr val="125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88" name="직사각형 487">
            <a:extLst>
              <a:ext uri="{FF2B5EF4-FFF2-40B4-BE49-F238E27FC236}">
                <a16:creationId xmlns:a16="http://schemas.microsoft.com/office/drawing/2014/main" id="{06C547D0-19C7-AC7A-DFC2-A13D8A8FBA16}"/>
              </a:ext>
            </a:extLst>
          </p:cNvPr>
          <p:cNvSpPr/>
          <p:nvPr/>
        </p:nvSpPr>
        <p:spPr>
          <a:xfrm>
            <a:off x="8049537" y="1073380"/>
            <a:ext cx="434196" cy="101140"/>
          </a:xfrm>
          <a:prstGeom prst="rect">
            <a:avLst/>
          </a:prstGeom>
          <a:solidFill>
            <a:srgbClr val="E6F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89" name="직사각형 488">
            <a:extLst>
              <a:ext uri="{FF2B5EF4-FFF2-40B4-BE49-F238E27FC236}">
                <a16:creationId xmlns:a16="http://schemas.microsoft.com/office/drawing/2014/main" id="{3C2C3437-C189-7BEC-D401-450266948486}"/>
              </a:ext>
            </a:extLst>
          </p:cNvPr>
          <p:cNvSpPr/>
          <p:nvPr/>
        </p:nvSpPr>
        <p:spPr>
          <a:xfrm>
            <a:off x="241087" y="1489264"/>
            <a:ext cx="227865" cy="4712582"/>
          </a:xfrm>
          <a:prstGeom prst="rect">
            <a:avLst/>
          </a:prstGeom>
          <a:solidFill>
            <a:srgbClr val="E6F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1C19A6A-0ECF-3762-63F1-ED5EB455FFE7}"/>
              </a:ext>
            </a:extLst>
          </p:cNvPr>
          <p:cNvSpPr/>
          <p:nvPr/>
        </p:nvSpPr>
        <p:spPr>
          <a:xfrm>
            <a:off x="209711" y="1550588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354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BFDF793A-4508-9E8E-D72B-3EA693C3A171}"/>
              </a:ext>
            </a:extLst>
          </p:cNvPr>
          <p:cNvSpPr/>
          <p:nvPr/>
        </p:nvSpPr>
        <p:spPr>
          <a:xfrm flipH="1">
            <a:off x="8988947" y="2348961"/>
            <a:ext cx="2201136" cy="3838007"/>
          </a:xfrm>
          <a:prstGeom prst="rect">
            <a:avLst/>
          </a:prstGeom>
          <a:solidFill>
            <a:schemeClr val="tx1">
              <a:lumMod val="75000"/>
              <a:lumOff val="25000"/>
              <a:alpha val="41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B358A9E4-660D-D851-51D0-2D5156EC2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10" t="-702" r="7269" b="702"/>
          <a:stretch>
            <a:fillRect/>
          </a:stretch>
        </p:blipFill>
        <p:spPr>
          <a:xfrm>
            <a:off x="6131888" y="1515210"/>
            <a:ext cx="2634442" cy="468808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37BAE025-5A90-7410-64EA-686BC7AB3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97" r="6886" b="6992"/>
          <a:stretch>
            <a:fillRect/>
          </a:stretch>
        </p:blipFill>
        <p:spPr>
          <a:xfrm>
            <a:off x="3092906" y="1507331"/>
            <a:ext cx="2785135" cy="467963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A365CD8-B41E-3DD9-EF0B-CBC01A23DB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96" r="8013" b="7943"/>
          <a:stretch>
            <a:fillRect/>
          </a:stretch>
        </p:blipFill>
        <p:spPr>
          <a:xfrm>
            <a:off x="141106" y="1536575"/>
            <a:ext cx="2900682" cy="4650393"/>
          </a:xfrm>
          <a:prstGeom prst="rect">
            <a:avLst/>
          </a:prstGeom>
        </p:spPr>
      </p:pic>
      <p:sp>
        <p:nvSpPr>
          <p:cNvPr id="215" name="TextBox 155">
            <a:extLst>
              <a:ext uri="{FF2B5EF4-FFF2-40B4-BE49-F238E27FC236}">
                <a16:creationId xmlns:a16="http://schemas.microsoft.com/office/drawing/2014/main" id="{74DA476E-7245-DC03-9B18-1EBC7B4E4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240" y="1575777"/>
            <a:ext cx="597801" cy="2154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중간저장</a:t>
            </a:r>
            <a:endParaRPr lang="ko-KR" altLang="en-US" sz="800" b="1" baseline="0" dirty="0">
              <a:solidFill>
                <a:schemeClr val="bg1"/>
              </a:solidFill>
              <a:latin typeface="NotoSansKR-Bold"/>
              <a:ea typeface="NotoSansKR-Bold"/>
              <a:sym typeface="NotoSansKR-Bold"/>
              <a:rtl val="0"/>
            </a:endParaRPr>
          </a:p>
        </p:txBody>
      </p:sp>
      <p:sp>
        <p:nvSpPr>
          <p:cNvPr id="472" name="TextBox 155">
            <a:extLst>
              <a:ext uri="{FF2B5EF4-FFF2-40B4-BE49-F238E27FC236}">
                <a16:creationId xmlns:a16="http://schemas.microsoft.com/office/drawing/2014/main" id="{26F7543B-88D7-2900-6D4A-902074D5A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5" y="6186968"/>
            <a:ext cx="297317" cy="2525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4. </a:t>
            </a:r>
            <a:endParaRPr lang="ko-KR" altLang="en-US" sz="600" kern="0" spc="-150" dirty="0"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2CDDBA3-BA85-CD79-6E1D-5A5E5586B5D0}"/>
              </a:ext>
            </a:extLst>
          </p:cNvPr>
          <p:cNvGrpSpPr/>
          <p:nvPr/>
        </p:nvGrpSpPr>
        <p:grpSpPr>
          <a:xfrm>
            <a:off x="131764" y="6248023"/>
            <a:ext cx="2853564" cy="481463"/>
            <a:chOff x="131764" y="6248023"/>
            <a:chExt cx="2853564" cy="481463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19D13F2D-CBAA-F3A9-73A1-09FB6B96B9C2}"/>
                </a:ext>
              </a:extLst>
            </p:cNvPr>
            <p:cNvSpPr/>
            <p:nvPr/>
          </p:nvSpPr>
          <p:spPr>
            <a:xfrm>
              <a:off x="131764" y="6248023"/>
              <a:ext cx="2853564" cy="48146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schemeClr val="tx1">
                  <a:lumMod val="50000"/>
                  <a:lumOff val="50000"/>
                  <a:alpha val="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DEA51EB7-E5E4-5434-8F23-E2335EA5914C}"/>
                </a:ext>
              </a:extLst>
            </p:cNvPr>
            <p:cNvGrpSpPr/>
            <p:nvPr/>
          </p:nvGrpSpPr>
          <p:grpSpPr>
            <a:xfrm>
              <a:off x="371351" y="6313221"/>
              <a:ext cx="2333925" cy="294551"/>
              <a:chOff x="304716" y="6122741"/>
              <a:chExt cx="2333925" cy="294551"/>
            </a:xfrm>
          </p:grpSpPr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FEF90D97-FEFB-676F-182A-7F4FF23532D6}"/>
                  </a:ext>
                </a:extLst>
              </p:cNvPr>
              <p:cNvGrpSpPr/>
              <p:nvPr/>
            </p:nvGrpSpPr>
            <p:grpSpPr>
              <a:xfrm>
                <a:off x="304716" y="6240884"/>
                <a:ext cx="169153" cy="91711"/>
                <a:chOff x="285666" y="5591642"/>
                <a:chExt cx="169153" cy="91711"/>
              </a:xfrm>
            </p:grpSpPr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A9122BC7-076B-E009-20D4-2BB500EE2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872" y="5621109"/>
                  <a:ext cx="156947" cy="0"/>
                </a:xfrm>
                <a:prstGeom prst="line">
                  <a:avLst/>
                </a:prstGeom>
                <a:ln w="19050" cap="rnd">
                  <a:solidFill>
                    <a:srgbClr val="666B6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A2641979-B776-2C86-0FC0-F5F06CC847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97872" y="5621109"/>
                  <a:ext cx="62244" cy="62244"/>
                </a:xfrm>
                <a:prstGeom prst="line">
                  <a:avLst/>
                </a:prstGeom>
                <a:ln w="19050" cap="rnd">
                  <a:solidFill>
                    <a:srgbClr val="666B6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A3037632-A152-7FAE-1C0D-1657F21C3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0000" flipV="1">
                  <a:off x="327339" y="5549969"/>
                  <a:ext cx="0" cy="83345"/>
                </a:xfrm>
                <a:prstGeom prst="line">
                  <a:avLst/>
                </a:prstGeom>
                <a:ln w="19050" cap="rnd">
                  <a:solidFill>
                    <a:srgbClr val="666B6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52F5F205-9B14-DB13-99C8-ACEE32F3E670}"/>
                  </a:ext>
                </a:extLst>
              </p:cNvPr>
              <p:cNvGrpSpPr/>
              <p:nvPr/>
            </p:nvGrpSpPr>
            <p:grpSpPr>
              <a:xfrm rot="10800000">
                <a:off x="873912" y="6212309"/>
                <a:ext cx="169153" cy="91711"/>
                <a:chOff x="285666" y="5591642"/>
                <a:chExt cx="169153" cy="91711"/>
              </a:xfrm>
            </p:grpSpPr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47984D34-BAF0-3CDB-C8E1-6D9F514DBE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872" y="5621109"/>
                  <a:ext cx="156947" cy="0"/>
                </a:xfrm>
                <a:prstGeom prst="line">
                  <a:avLst/>
                </a:prstGeom>
                <a:ln w="19050" cap="rnd">
                  <a:solidFill>
                    <a:srgbClr val="B1B1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>
                  <a:extLst>
                    <a:ext uri="{FF2B5EF4-FFF2-40B4-BE49-F238E27FC236}">
                      <a16:creationId xmlns:a16="http://schemas.microsoft.com/office/drawing/2014/main" id="{921CF22F-6B87-CCF3-2E97-458FF7D582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97872" y="5621109"/>
                  <a:ext cx="62244" cy="62244"/>
                </a:xfrm>
                <a:prstGeom prst="line">
                  <a:avLst/>
                </a:prstGeom>
                <a:ln w="19050" cap="rnd">
                  <a:solidFill>
                    <a:srgbClr val="B1B1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619E3AA1-9343-B171-75CA-7D91742384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0000" flipV="1">
                  <a:off x="327339" y="5549969"/>
                  <a:ext cx="0" cy="83345"/>
                </a:xfrm>
                <a:prstGeom prst="line">
                  <a:avLst/>
                </a:prstGeom>
                <a:ln w="19050" cap="rnd">
                  <a:solidFill>
                    <a:srgbClr val="B1B1B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38CEF7AA-29AD-CFC5-8DA2-2D8834E7B549}"/>
                  </a:ext>
                </a:extLst>
              </p:cNvPr>
              <p:cNvSpPr/>
              <p:nvPr/>
            </p:nvSpPr>
            <p:spPr>
              <a:xfrm>
                <a:off x="1955006" y="6183509"/>
                <a:ext cx="196362" cy="190499"/>
              </a:xfrm>
              <a:prstGeom prst="roundRect">
                <a:avLst>
                  <a:gd name="adj" fmla="val 24167"/>
                </a:avLst>
              </a:prstGeom>
              <a:noFill/>
              <a:ln w="19050">
                <a:solidFill>
                  <a:srgbClr val="61666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8F0D4A3D-F20D-D113-8F96-6BA498073B01}"/>
                  </a:ext>
                </a:extLst>
              </p:cNvPr>
              <p:cNvGrpSpPr/>
              <p:nvPr/>
            </p:nvGrpSpPr>
            <p:grpSpPr>
              <a:xfrm>
                <a:off x="2452923" y="6248026"/>
                <a:ext cx="185718" cy="45719"/>
                <a:chOff x="2452923" y="6248026"/>
                <a:chExt cx="185718" cy="45719"/>
              </a:xfrm>
            </p:grpSpPr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571C79B8-C0C5-7ACC-78DE-13B3950C4859}"/>
                    </a:ext>
                  </a:extLst>
                </p:cNvPr>
                <p:cNvSpPr/>
                <p:nvPr/>
              </p:nvSpPr>
              <p:spPr>
                <a:xfrm>
                  <a:off x="2452923" y="6248026"/>
                  <a:ext cx="45719" cy="45719"/>
                </a:xfrm>
                <a:prstGeom prst="ellipse">
                  <a:avLst/>
                </a:prstGeom>
                <a:solidFill>
                  <a:srgbClr val="686D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C2D57ADC-08A9-DC9A-C155-D81C03673063}"/>
                    </a:ext>
                  </a:extLst>
                </p:cNvPr>
                <p:cNvSpPr/>
                <p:nvPr/>
              </p:nvSpPr>
              <p:spPr>
                <a:xfrm>
                  <a:off x="2524435" y="6248026"/>
                  <a:ext cx="45719" cy="45719"/>
                </a:xfrm>
                <a:prstGeom prst="ellipse">
                  <a:avLst/>
                </a:prstGeom>
                <a:solidFill>
                  <a:srgbClr val="686D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FD7D4EA6-EBB4-F6F9-9220-C97D251A577C}"/>
                    </a:ext>
                  </a:extLst>
                </p:cNvPr>
                <p:cNvSpPr/>
                <p:nvPr/>
              </p:nvSpPr>
              <p:spPr>
                <a:xfrm>
                  <a:off x="2592922" y="6248026"/>
                  <a:ext cx="45719" cy="45719"/>
                </a:xfrm>
                <a:prstGeom prst="ellipse">
                  <a:avLst/>
                </a:prstGeom>
                <a:solidFill>
                  <a:srgbClr val="686D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063B8735-30F9-B007-EFF4-2B16C58E052C}"/>
                  </a:ext>
                </a:extLst>
              </p:cNvPr>
              <p:cNvSpPr/>
              <p:nvPr/>
            </p:nvSpPr>
            <p:spPr>
              <a:xfrm>
                <a:off x="1358867" y="6122741"/>
                <a:ext cx="294551" cy="294551"/>
              </a:xfrm>
              <a:prstGeom prst="ellipse">
                <a:avLst/>
              </a:prstGeom>
              <a:solidFill>
                <a:srgbClr val="E8E9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6D482C36-8A14-4FE9-ED00-EF0D109485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49098" y="6273578"/>
                <a:ext cx="110619" cy="0"/>
              </a:xfrm>
              <a:prstGeom prst="line">
                <a:avLst/>
              </a:prstGeom>
              <a:ln w="19050" cap="rnd">
                <a:solidFill>
                  <a:srgbClr val="8184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F75E4A03-E61D-D0E1-6AE9-CCF3BF862D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04407" y="6221295"/>
                <a:ext cx="0" cy="104567"/>
              </a:xfrm>
              <a:prstGeom prst="line">
                <a:avLst/>
              </a:prstGeom>
              <a:ln w="19050" cap="rnd">
                <a:solidFill>
                  <a:srgbClr val="8184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DB43AA8-49DA-C85E-198C-6373D1205E7F}"/>
                  </a:ext>
                </a:extLst>
              </p:cNvPr>
              <p:cNvSpPr txBox="1"/>
              <p:nvPr/>
            </p:nvSpPr>
            <p:spPr>
              <a:xfrm>
                <a:off x="1975386" y="6171036"/>
                <a:ext cx="155601" cy="215444"/>
              </a:xfrm>
              <a:prstGeom prst="rect">
                <a:avLst/>
              </a:prstGeom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808185"/>
                    </a:solidFill>
                    <a:latin typeface="+mn-ea"/>
                  </a:rPr>
                  <a:t>1</a:t>
                </a:r>
                <a:endParaRPr lang="ko-KR" altLang="en-US" sz="800" dirty="0">
                  <a:solidFill>
                    <a:srgbClr val="808185"/>
                  </a:solidFill>
                  <a:latin typeface="+mn-ea"/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3655606-ED8A-0A6A-3D9F-85BD50FE37ED}"/>
              </a:ext>
            </a:extLst>
          </p:cNvPr>
          <p:cNvGrpSpPr/>
          <p:nvPr/>
        </p:nvGrpSpPr>
        <p:grpSpPr>
          <a:xfrm>
            <a:off x="238153" y="788917"/>
            <a:ext cx="2637957" cy="634789"/>
            <a:chOff x="233362" y="788917"/>
            <a:chExt cx="2637957" cy="63478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57061D9-9AAE-B756-E760-0F3254CE7F9A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E670DA-EB99-D944-88F7-ADF5FA3F4763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41B42E-EA75-824A-6160-BC3198FDA72D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046D9F8-EF95-7F42-138B-18EC2DEC5444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4C3CDF-CF9F-6B25-2B69-6591B1D459FE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B909569-5BA2-2DDA-2BA9-8742FE9AC30B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D9B980B-140A-46D6-969C-83195E519E51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71A13DE-9F38-3372-3355-E0E4DA6AE9E7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975A5B-820C-0784-8F3F-D18344D0939E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EE9C5EE-FEDC-330D-51E1-A3B3F2C27C11}"/>
              </a:ext>
            </a:extLst>
          </p:cNvPr>
          <p:cNvGrpSpPr/>
          <p:nvPr/>
        </p:nvGrpSpPr>
        <p:grpSpPr>
          <a:xfrm>
            <a:off x="128268" y="748788"/>
            <a:ext cx="2853057" cy="5971029"/>
            <a:chOff x="128268" y="748788"/>
            <a:chExt cx="2853057" cy="5971029"/>
          </a:xfrm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A4701277-6C14-ABF9-15B0-A07CA1E2DA4B}"/>
                </a:ext>
              </a:extLst>
            </p:cNvPr>
            <p:cNvSpPr/>
            <p:nvPr/>
          </p:nvSpPr>
          <p:spPr bwMode="auto">
            <a:xfrm>
              <a:off x="128269" y="1507330"/>
              <a:ext cx="2849560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1B4793-29AA-FFF1-50C8-FEB61F91ABC6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359" name="그래픽 358" descr="확인 표시 단색으로 채워진">
            <a:extLst>
              <a:ext uri="{FF2B5EF4-FFF2-40B4-BE49-F238E27FC236}">
                <a16:creationId xmlns:a16="http://schemas.microsoft.com/office/drawing/2014/main" id="{C2A9D231-3EB8-938B-4392-E4A34787C17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1264" y="3856635"/>
            <a:ext cx="240710" cy="240708"/>
          </a:xfrm>
          <a:prstGeom prst="rect">
            <a:avLst/>
          </a:prstGeom>
        </p:spPr>
      </p:pic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B50F9F7-3D4B-07DC-ECC1-83DC1D15298A}"/>
              </a:ext>
            </a:extLst>
          </p:cNvPr>
          <p:cNvGrpSpPr/>
          <p:nvPr/>
        </p:nvGrpSpPr>
        <p:grpSpPr>
          <a:xfrm>
            <a:off x="3191528" y="788917"/>
            <a:ext cx="2637957" cy="634789"/>
            <a:chOff x="233362" y="788917"/>
            <a:chExt cx="2637957" cy="634789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08D42F61-FD02-A559-25EA-6209D45DF9E7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DEB0547-1170-C2C1-1A5D-197EB7238ED1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7ACCC5F-6F79-938C-480F-F33039095745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05A1D92F-CD7B-7C68-5306-6668524FC399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FB3513D-1F3D-BD75-4CD5-98D905BC1E6F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C830319-B992-1F89-3058-07D17DC2053C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C6586D19-2A20-ECB9-EBC3-7ECDBF8599F4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DA5CCD31-F9DE-2B05-460B-357A6E068261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0A36EED-E536-20D5-672C-1F4BDED611AD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F57AD4D7-1395-0B6C-EDE4-8DACE4D966E2}"/>
              </a:ext>
            </a:extLst>
          </p:cNvPr>
          <p:cNvGrpSpPr/>
          <p:nvPr/>
        </p:nvGrpSpPr>
        <p:grpSpPr>
          <a:xfrm>
            <a:off x="3081643" y="748788"/>
            <a:ext cx="2857059" cy="5971029"/>
            <a:chOff x="128268" y="748788"/>
            <a:chExt cx="2857059" cy="5971029"/>
          </a:xfrm>
        </p:grpSpPr>
        <p:sp>
          <p:nvSpPr>
            <p:cNvPr id="157" name="자유형: 도형 156">
              <a:extLst>
                <a:ext uri="{FF2B5EF4-FFF2-40B4-BE49-F238E27FC236}">
                  <a16:creationId xmlns:a16="http://schemas.microsoft.com/office/drawing/2014/main" id="{F1DDFD76-20DC-5AD2-1E18-7EE5FE62B31A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CAB2170-2F3A-4DBE-FE8A-F13A399E00A1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924C090-35BA-F311-EBB2-48A100FF4AA2}"/>
              </a:ext>
            </a:extLst>
          </p:cNvPr>
          <p:cNvGrpSpPr/>
          <p:nvPr/>
        </p:nvGrpSpPr>
        <p:grpSpPr>
          <a:xfrm>
            <a:off x="3327189" y="6313221"/>
            <a:ext cx="2333925" cy="294551"/>
            <a:chOff x="304716" y="6122741"/>
            <a:chExt cx="2333925" cy="294551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0246A78A-180D-A47F-8920-38D4ECB42C18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2D1716A2-DD84-E8C6-2CBF-4FAA520A6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1DA12D7A-5D38-0444-904F-8E44C31188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>
                <a:extLst>
                  <a:ext uri="{FF2B5EF4-FFF2-40B4-BE49-F238E27FC236}">
                    <a16:creationId xmlns:a16="http://schemas.microsoft.com/office/drawing/2014/main" id="{8B20F786-5984-BDD7-1150-4CA90FCC4C91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7D130878-3577-3897-5D97-972C2DCCB45B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7FA63690-4CC6-C24F-E16A-C4177A65BD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BBDCC2EF-E881-CBCE-4474-1275FAF6DD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6EFB4AD4-F78E-3FEF-831A-26BA69F0945F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4B817AE9-9856-B090-5E4E-6FDF1EF1BAB9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38F2CEC2-382C-67EC-681D-2EE737E27F11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168" name="타원 167">
                <a:extLst>
                  <a:ext uri="{FF2B5EF4-FFF2-40B4-BE49-F238E27FC236}">
                    <a16:creationId xmlns:a16="http://schemas.microsoft.com/office/drawing/2014/main" id="{18475508-9D35-C4DA-BB46-410FB37C045A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01589BBA-3063-A6B8-9DF6-09EABACACB32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0" name="타원 169">
                <a:extLst>
                  <a:ext uri="{FF2B5EF4-FFF2-40B4-BE49-F238E27FC236}">
                    <a16:creationId xmlns:a16="http://schemas.microsoft.com/office/drawing/2014/main" id="{802BED17-5199-BA73-5559-66C077B672D6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612FE470-8DFC-98C8-0110-ED729746378B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09C3B69F-DB24-61C4-D90C-89502C12B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B3E6FAE0-648D-D5B5-31F2-38337096F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112DBD5-350B-6BE2-DCD9-3159AF3C93C3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+mn-ea"/>
              </a:endParaRPr>
            </a:p>
          </p:txBody>
        </p:sp>
      </p:grp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CCAA83E7-0FB5-20FD-8008-07FAED9031D6}"/>
              </a:ext>
            </a:extLst>
          </p:cNvPr>
          <p:cNvSpPr/>
          <p:nvPr/>
        </p:nvSpPr>
        <p:spPr>
          <a:xfrm>
            <a:off x="5823775" y="3741925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38" name="표 337">
            <a:extLst>
              <a:ext uri="{FF2B5EF4-FFF2-40B4-BE49-F238E27FC236}">
                <a16:creationId xmlns:a16="http://schemas.microsoft.com/office/drawing/2014/main" id="{588736E2-42DD-6F2A-3E06-82780DB16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65013"/>
              </p:ext>
            </p:extLst>
          </p:nvPr>
        </p:nvGraphicFramePr>
        <p:xfrm>
          <a:off x="8992118" y="742975"/>
          <a:ext cx="3071613" cy="140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9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15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이름 수정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메인사진 수정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갤러리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알럿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주소 및 지도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네비게이션 어플 연동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306033"/>
                  </a:ext>
                </a:extLst>
              </a:tr>
            </a:tbl>
          </a:graphicData>
        </a:graphic>
      </p:graphicFrame>
      <p:sp>
        <p:nvSpPr>
          <p:cNvPr id="339" name="사각형: 둥근 모서리 338">
            <a:extLst>
              <a:ext uri="{FF2B5EF4-FFF2-40B4-BE49-F238E27FC236}">
                <a16:creationId xmlns:a16="http://schemas.microsoft.com/office/drawing/2014/main" id="{01211893-A74E-AB97-4BB6-9D3A25A15173}"/>
              </a:ext>
            </a:extLst>
          </p:cNvPr>
          <p:cNvSpPr/>
          <p:nvPr/>
        </p:nvSpPr>
        <p:spPr>
          <a:xfrm>
            <a:off x="2856369" y="2505815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380" name="그룹 379">
            <a:extLst>
              <a:ext uri="{FF2B5EF4-FFF2-40B4-BE49-F238E27FC236}">
                <a16:creationId xmlns:a16="http://schemas.microsoft.com/office/drawing/2014/main" id="{736FB63A-3AFC-BFF2-48FF-F005A2361011}"/>
              </a:ext>
            </a:extLst>
          </p:cNvPr>
          <p:cNvGrpSpPr/>
          <p:nvPr/>
        </p:nvGrpSpPr>
        <p:grpSpPr>
          <a:xfrm>
            <a:off x="6139728" y="788917"/>
            <a:ext cx="2637957" cy="634789"/>
            <a:chOff x="233362" y="788917"/>
            <a:chExt cx="2637957" cy="634789"/>
          </a:xfrm>
        </p:grpSpPr>
        <p:sp>
          <p:nvSpPr>
            <p:cNvPr id="381" name="사각형: 둥근 모서리 380">
              <a:extLst>
                <a:ext uri="{FF2B5EF4-FFF2-40B4-BE49-F238E27FC236}">
                  <a16:creationId xmlns:a16="http://schemas.microsoft.com/office/drawing/2014/main" id="{F1ADE4C6-58C9-A7A2-6A29-B2DC11DD1E83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B51EC192-F122-0EBA-276D-F2D35370E629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D8A489AA-1CE6-7284-6D38-BD970DB726F7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384" name="사각형: 둥근 모서리 383">
              <a:extLst>
                <a:ext uri="{FF2B5EF4-FFF2-40B4-BE49-F238E27FC236}">
                  <a16:creationId xmlns:a16="http://schemas.microsoft.com/office/drawing/2014/main" id="{C81A227C-AD32-1397-FA50-444B03DD4466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E240492-BB51-5B6E-41F1-C661D544DADF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386" name="사각형: 둥근 모서리 385">
              <a:extLst>
                <a:ext uri="{FF2B5EF4-FFF2-40B4-BE49-F238E27FC236}">
                  <a16:creationId xmlns:a16="http://schemas.microsoft.com/office/drawing/2014/main" id="{231EF8B2-5235-FEC3-1425-D89D702AAFDF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7" name="사각형: 둥근 모서리 386">
              <a:extLst>
                <a:ext uri="{FF2B5EF4-FFF2-40B4-BE49-F238E27FC236}">
                  <a16:creationId xmlns:a16="http://schemas.microsoft.com/office/drawing/2014/main" id="{D17777DF-FD26-7ACB-28C7-9101AA4F3D17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8" name="사각형: 둥근 모서리 387">
              <a:extLst>
                <a:ext uri="{FF2B5EF4-FFF2-40B4-BE49-F238E27FC236}">
                  <a16:creationId xmlns:a16="http://schemas.microsoft.com/office/drawing/2014/main" id="{55E23318-5DF9-6AB3-3184-B976FB60C79C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8AD85F13-FB3B-0204-E161-D71096BA6423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sp>
        <p:nvSpPr>
          <p:cNvPr id="390" name="사각형: 둥근 모서리 389">
            <a:extLst>
              <a:ext uri="{FF2B5EF4-FFF2-40B4-BE49-F238E27FC236}">
                <a16:creationId xmlns:a16="http://schemas.microsoft.com/office/drawing/2014/main" id="{E8C03B31-579A-F65D-5FA9-3902C85271C3}"/>
              </a:ext>
            </a:extLst>
          </p:cNvPr>
          <p:cNvSpPr/>
          <p:nvPr/>
        </p:nvSpPr>
        <p:spPr>
          <a:xfrm>
            <a:off x="6033339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8380F81F-1C1B-6C8A-DF83-229BFD4B4BCF}"/>
              </a:ext>
            </a:extLst>
          </p:cNvPr>
          <p:cNvGrpSpPr/>
          <p:nvPr/>
        </p:nvGrpSpPr>
        <p:grpSpPr>
          <a:xfrm>
            <a:off x="6029843" y="748788"/>
            <a:ext cx="2857059" cy="5971029"/>
            <a:chOff x="128268" y="748788"/>
            <a:chExt cx="2857059" cy="5971029"/>
          </a:xfrm>
        </p:grpSpPr>
        <p:sp>
          <p:nvSpPr>
            <p:cNvPr id="392" name="자유형: 도형 391">
              <a:extLst>
                <a:ext uri="{FF2B5EF4-FFF2-40B4-BE49-F238E27FC236}">
                  <a16:creationId xmlns:a16="http://schemas.microsoft.com/office/drawing/2014/main" id="{3E107BC1-9F31-0DE4-BDB8-360A62706BC8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+mn-lt"/>
                <a:ea typeface="+mn-ea"/>
              </a:endParaRPr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073B0117-F277-2E7F-E83C-ED60C632B38B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94" name="그룹 393">
            <a:extLst>
              <a:ext uri="{FF2B5EF4-FFF2-40B4-BE49-F238E27FC236}">
                <a16:creationId xmlns:a16="http://schemas.microsoft.com/office/drawing/2014/main" id="{B89EFFE8-AA72-C1D5-A47B-6C5BDF581649}"/>
              </a:ext>
            </a:extLst>
          </p:cNvPr>
          <p:cNvGrpSpPr/>
          <p:nvPr/>
        </p:nvGrpSpPr>
        <p:grpSpPr>
          <a:xfrm>
            <a:off x="6275389" y="6313221"/>
            <a:ext cx="2333925" cy="294551"/>
            <a:chOff x="304716" y="6122741"/>
            <a:chExt cx="2333925" cy="294551"/>
          </a:xfrm>
        </p:grpSpPr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26BFD692-F8A5-80A4-9CFA-A42F743586CC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410" name="직선 연결선 409">
                <a:extLst>
                  <a:ext uri="{FF2B5EF4-FFF2-40B4-BE49-F238E27FC236}">
                    <a16:creationId xmlns:a16="http://schemas.microsoft.com/office/drawing/2014/main" id="{A82A7D9B-F113-C117-92C9-9677F7BF3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2DE8FE0B-95BB-6B46-26F6-F94780D75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직선 연결선 411">
                <a:extLst>
                  <a:ext uri="{FF2B5EF4-FFF2-40B4-BE49-F238E27FC236}">
                    <a16:creationId xmlns:a16="http://schemas.microsoft.com/office/drawing/2014/main" id="{CFE13688-F233-C1ED-96F3-105286C7B64E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6" name="그룹 395">
              <a:extLst>
                <a:ext uri="{FF2B5EF4-FFF2-40B4-BE49-F238E27FC236}">
                  <a16:creationId xmlns:a16="http://schemas.microsoft.com/office/drawing/2014/main" id="{6911006E-7F29-0CAA-7E29-D7EBD29D4197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407" name="직선 연결선 406">
                <a:extLst>
                  <a:ext uri="{FF2B5EF4-FFF2-40B4-BE49-F238E27FC236}">
                    <a16:creationId xmlns:a16="http://schemas.microsoft.com/office/drawing/2014/main" id="{0084E24B-60B0-7BD1-3413-798080600D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직선 연결선 407">
                <a:extLst>
                  <a:ext uri="{FF2B5EF4-FFF2-40B4-BE49-F238E27FC236}">
                    <a16:creationId xmlns:a16="http://schemas.microsoft.com/office/drawing/2014/main" id="{4642EA42-E1F5-4BC4-689F-58AE655F8F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직선 연결선 408">
                <a:extLst>
                  <a:ext uri="{FF2B5EF4-FFF2-40B4-BE49-F238E27FC236}">
                    <a16:creationId xmlns:a16="http://schemas.microsoft.com/office/drawing/2014/main" id="{521BA267-0133-2828-5B52-D82D8FDC4C55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8" name="사각형: 둥근 모서리 397">
              <a:extLst>
                <a:ext uri="{FF2B5EF4-FFF2-40B4-BE49-F238E27FC236}">
                  <a16:creationId xmlns:a16="http://schemas.microsoft.com/office/drawing/2014/main" id="{614B2DB7-51B1-4E99-1DBA-A9DDCC6ACF23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99" name="그룹 398">
              <a:extLst>
                <a:ext uri="{FF2B5EF4-FFF2-40B4-BE49-F238E27FC236}">
                  <a16:creationId xmlns:a16="http://schemas.microsoft.com/office/drawing/2014/main" id="{66D6DC55-02A2-A393-DA4C-2283C24C69F7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404" name="타원 403">
                <a:extLst>
                  <a:ext uri="{FF2B5EF4-FFF2-40B4-BE49-F238E27FC236}">
                    <a16:creationId xmlns:a16="http://schemas.microsoft.com/office/drawing/2014/main" id="{DFDCD76D-8CEF-3B99-4A69-DCC1ECF58ED6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05" name="타원 404">
                <a:extLst>
                  <a:ext uri="{FF2B5EF4-FFF2-40B4-BE49-F238E27FC236}">
                    <a16:creationId xmlns:a16="http://schemas.microsoft.com/office/drawing/2014/main" id="{E0E11438-253B-F438-7753-38A650739446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06" name="타원 405">
                <a:extLst>
                  <a:ext uri="{FF2B5EF4-FFF2-40B4-BE49-F238E27FC236}">
                    <a16:creationId xmlns:a16="http://schemas.microsoft.com/office/drawing/2014/main" id="{697A7478-16B6-B119-4D0B-9C6F67E5DC05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F84FC16F-B696-C4F6-2252-98E2013D5B56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401" name="직선 연결선 400">
              <a:extLst>
                <a:ext uri="{FF2B5EF4-FFF2-40B4-BE49-F238E27FC236}">
                  <a16:creationId xmlns:a16="http://schemas.microsoft.com/office/drawing/2014/main" id="{755964F5-D789-0BED-7B66-B3542FCA9A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직선 연결선 401">
              <a:extLst>
                <a:ext uri="{FF2B5EF4-FFF2-40B4-BE49-F238E27FC236}">
                  <a16:creationId xmlns:a16="http://schemas.microsoft.com/office/drawing/2014/main" id="{AC5122CB-0EFE-98E7-6BD2-41ACFDB3C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F1F8D0D8-D1FC-A942-B27C-7DBB11EA60CB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+mn-ea"/>
              </a:endParaRPr>
            </a:p>
          </p:txBody>
        </p:sp>
      </p:grpSp>
      <p:sp>
        <p:nvSpPr>
          <p:cNvPr id="413" name="사각형: 둥근 모서리 412">
            <a:extLst>
              <a:ext uri="{FF2B5EF4-FFF2-40B4-BE49-F238E27FC236}">
                <a16:creationId xmlns:a16="http://schemas.microsoft.com/office/drawing/2014/main" id="{77B4A7FE-68D2-9E53-E5E4-26C887F5DE69}"/>
              </a:ext>
            </a:extLst>
          </p:cNvPr>
          <p:cNvSpPr/>
          <p:nvPr/>
        </p:nvSpPr>
        <p:spPr>
          <a:xfrm>
            <a:off x="8771975" y="2539987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93F579-C0D6-D335-56AB-03319F024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82348"/>
              </p:ext>
            </p:extLst>
          </p:nvPr>
        </p:nvGraphicFramePr>
        <p:xfrm>
          <a:off x="131763" y="159544"/>
          <a:ext cx="11925300" cy="523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2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2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M-0201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23-0000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검사유형선택</a:t>
                      </a:r>
                      <a:r>
                        <a:rPr lang="en-US" altLang="ko-KR" sz="1100" dirty="0"/>
                        <a:t> &gt; </a:t>
                      </a:r>
                      <a:r>
                        <a:rPr lang="ko-KR" altLang="en-US" sz="1100" dirty="0"/>
                        <a:t>인적사항 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실시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타원 32">
            <a:extLst>
              <a:ext uri="{FF2B5EF4-FFF2-40B4-BE49-F238E27FC236}">
                <a16:creationId xmlns:a16="http://schemas.microsoft.com/office/drawing/2014/main" id="{19465A71-567F-913C-6B23-ABA6E2EF24E1}"/>
              </a:ext>
            </a:extLst>
          </p:cNvPr>
          <p:cNvSpPr/>
          <p:nvPr/>
        </p:nvSpPr>
        <p:spPr>
          <a:xfrm>
            <a:off x="562084" y="4739010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0FCF74C-2FF2-0E0C-5E5E-5AA6B8E188E3}"/>
              </a:ext>
            </a:extLst>
          </p:cNvPr>
          <p:cNvSpPr/>
          <p:nvPr/>
        </p:nvSpPr>
        <p:spPr>
          <a:xfrm>
            <a:off x="3425600" y="1864261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78FDEE1-F13E-31F5-D642-C9984E490774}"/>
              </a:ext>
            </a:extLst>
          </p:cNvPr>
          <p:cNvSpPr/>
          <p:nvPr/>
        </p:nvSpPr>
        <p:spPr>
          <a:xfrm>
            <a:off x="3313916" y="5161751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9842A60C-FE48-0EDB-D7A9-44A38E379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402" y="2543720"/>
            <a:ext cx="1702667" cy="3413680"/>
          </a:xfrm>
          <a:prstGeom prst="rect">
            <a:avLst/>
          </a:prstGeom>
        </p:spPr>
      </p:pic>
      <p:sp>
        <p:nvSpPr>
          <p:cNvPr id="55" name="타원 54">
            <a:extLst>
              <a:ext uri="{FF2B5EF4-FFF2-40B4-BE49-F238E27FC236}">
                <a16:creationId xmlns:a16="http://schemas.microsoft.com/office/drawing/2014/main" id="{1BDBBCF2-BFEE-7EE9-A7A5-42919FFFAA63}"/>
              </a:ext>
            </a:extLst>
          </p:cNvPr>
          <p:cNvSpPr/>
          <p:nvPr/>
        </p:nvSpPr>
        <p:spPr>
          <a:xfrm>
            <a:off x="6308269" y="1647794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E77BB33-865E-BED6-CE9D-41E839393E2B}"/>
              </a:ext>
            </a:extLst>
          </p:cNvPr>
          <p:cNvSpPr/>
          <p:nvPr/>
        </p:nvSpPr>
        <p:spPr>
          <a:xfrm>
            <a:off x="9152889" y="2505815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653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6644A4F7-770A-9D5B-06A0-04D331AE01FE}"/>
              </a:ext>
            </a:extLst>
          </p:cNvPr>
          <p:cNvSpPr/>
          <p:nvPr/>
        </p:nvSpPr>
        <p:spPr>
          <a:xfrm flipH="1">
            <a:off x="6059401" y="4839619"/>
            <a:ext cx="1932713" cy="1783405"/>
          </a:xfrm>
          <a:prstGeom prst="rect">
            <a:avLst/>
          </a:prstGeom>
          <a:solidFill>
            <a:schemeClr val="tx1">
              <a:lumMod val="75000"/>
              <a:lumOff val="25000"/>
              <a:alpha val="41000"/>
            </a:schemeClr>
          </a:solidFill>
          <a:ln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06159DE-6185-1988-9EC8-19A3934B1D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9" t="9515" r="7081"/>
          <a:stretch>
            <a:fillRect/>
          </a:stretch>
        </p:blipFill>
        <p:spPr>
          <a:xfrm>
            <a:off x="3163152" y="1489809"/>
            <a:ext cx="2743230" cy="482777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1E7228F-9895-1FAC-40C7-7E07AE3D25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95" r="9383" b="9968"/>
          <a:stretch>
            <a:fillRect/>
          </a:stretch>
        </p:blipFill>
        <p:spPr>
          <a:xfrm>
            <a:off x="133209" y="1468927"/>
            <a:ext cx="2878756" cy="4853103"/>
          </a:xfrm>
          <a:prstGeom prst="rect">
            <a:avLst/>
          </a:prstGeom>
        </p:spPr>
      </p:pic>
      <p:sp>
        <p:nvSpPr>
          <p:cNvPr id="532" name="사각형: 둥근 모서리 531">
            <a:extLst>
              <a:ext uri="{FF2B5EF4-FFF2-40B4-BE49-F238E27FC236}">
                <a16:creationId xmlns:a16="http://schemas.microsoft.com/office/drawing/2014/main" id="{313A65F4-FEC1-9AD6-4752-8A000879E798}"/>
              </a:ext>
            </a:extLst>
          </p:cNvPr>
          <p:cNvSpPr/>
          <p:nvPr/>
        </p:nvSpPr>
        <p:spPr>
          <a:xfrm>
            <a:off x="3080299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565" name="자유형: 도형 564">
            <a:extLst>
              <a:ext uri="{FF2B5EF4-FFF2-40B4-BE49-F238E27FC236}">
                <a16:creationId xmlns:a16="http://schemas.microsoft.com/office/drawing/2014/main" id="{A8EED56D-123A-4300-0C37-DDAF218AB340}"/>
              </a:ext>
            </a:extLst>
          </p:cNvPr>
          <p:cNvSpPr/>
          <p:nvPr/>
        </p:nvSpPr>
        <p:spPr bwMode="auto">
          <a:xfrm>
            <a:off x="3087520" y="1507330"/>
            <a:ext cx="2857059" cy="4740693"/>
          </a:xfrm>
          <a:custGeom>
            <a:avLst/>
            <a:gdLst>
              <a:gd name="connsiteX0" fmla="*/ 0 w 8834122"/>
              <a:gd name="connsiteY0" fmla="*/ 0 h 4849429"/>
              <a:gd name="connsiteX1" fmla="*/ 8834122 w 8834122"/>
              <a:gd name="connsiteY1" fmla="*/ 0 h 4849429"/>
              <a:gd name="connsiteX2" fmla="*/ 8834122 w 8834122"/>
              <a:gd name="connsiteY2" fmla="*/ 4849429 h 4849429"/>
              <a:gd name="connsiteX3" fmla="*/ 0 w 8834122"/>
              <a:gd name="connsiteY3" fmla="*/ 4849429 h 4849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34122" h="4849429">
                <a:moveTo>
                  <a:pt x="0" y="0"/>
                </a:moveTo>
                <a:lnTo>
                  <a:pt x="8834122" y="0"/>
                </a:lnTo>
                <a:lnTo>
                  <a:pt x="8834122" y="4849429"/>
                </a:lnTo>
                <a:lnTo>
                  <a:pt x="0" y="4849429"/>
                </a:lnTo>
                <a:close/>
              </a:path>
            </a:pathLst>
          </a:custGeom>
          <a:noFill/>
          <a:ln w="9525" cap="flat">
            <a:solidFill>
              <a:schemeClr val="tx1">
                <a:lumMod val="50000"/>
                <a:lumOff val="50000"/>
              </a:schemeClr>
            </a:solidFill>
            <a:prstDash val="dash"/>
            <a:miter/>
          </a:ln>
        </p:spPr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latin typeface="+mn-lt"/>
              <a:ea typeface="+mn-ea"/>
            </a:endParaRPr>
          </a:p>
        </p:txBody>
      </p:sp>
      <p:sp>
        <p:nvSpPr>
          <p:cNvPr id="592" name="직사각형 591">
            <a:extLst>
              <a:ext uri="{FF2B5EF4-FFF2-40B4-BE49-F238E27FC236}">
                <a16:creationId xmlns:a16="http://schemas.microsoft.com/office/drawing/2014/main" id="{5468C0BB-8A23-E9C6-E5DB-AB038CE3E8E8}"/>
              </a:ext>
            </a:extLst>
          </p:cNvPr>
          <p:cNvSpPr/>
          <p:nvPr/>
        </p:nvSpPr>
        <p:spPr>
          <a:xfrm>
            <a:off x="3087520" y="744735"/>
            <a:ext cx="2846343" cy="760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533" name="그룹 532">
            <a:extLst>
              <a:ext uri="{FF2B5EF4-FFF2-40B4-BE49-F238E27FC236}">
                <a16:creationId xmlns:a16="http://schemas.microsoft.com/office/drawing/2014/main" id="{D26A026F-EB4E-A653-E9E3-9BD6F94AB68F}"/>
              </a:ext>
            </a:extLst>
          </p:cNvPr>
          <p:cNvGrpSpPr/>
          <p:nvPr/>
        </p:nvGrpSpPr>
        <p:grpSpPr>
          <a:xfrm>
            <a:off x="3322349" y="6313221"/>
            <a:ext cx="2333925" cy="294551"/>
            <a:chOff x="304716" y="6122741"/>
            <a:chExt cx="2333925" cy="294551"/>
          </a:xfrm>
        </p:grpSpPr>
        <p:grpSp>
          <p:nvGrpSpPr>
            <p:cNvPr id="534" name="그룹 533">
              <a:extLst>
                <a:ext uri="{FF2B5EF4-FFF2-40B4-BE49-F238E27FC236}">
                  <a16:creationId xmlns:a16="http://schemas.microsoft.com/office/drawing/2014/main" id="{5F0EB8E7-1F73-D800-050D-C29F2B5BE257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548" name="직선 연결선 547">
                <a:extLst>
                  <a:ext uri="{FF2B5EF4-FFF2-40B4-BE49-F238E27FC236}">
                    <a16:creationId xmlns:a16="http://schemas.microsoft.com/office/drawing/2014/main" id="{335CDAD5-53D7-A1F1-3141-BC2B6F6E7E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직선 연결선 548">
                <a:extLst>
                  <a:ext uri="{FF2B5EF4-FFF2-40B4-BE49-F238E27FC236}">
                    <a16:creationId xmlns:a16="http://schemas.microsoft.com/office/drawing/2014/main" id="{1391BFCB-B6B4-C0E4-37B8-E0481C944D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직선 연결선 549">
                <a:extLst>
                  <a:ext uri="{FF2B5EF4-FFF2-40B4-BE49-F238E27FC236}">
                    <a16:creationId xmlns:a16="http://schemas.microsoft.com/office/drawing/2014/main" id="{A0B788D7-439E-5030-3EC4-647C778E5C12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5" name="그룹 534">
              <a:extLst>
                <a:ext uri="{FF2B5EF4-FFF2-40B4-BE49-F238E27FC236}">
                  <a16:creationId xmlns:a16="http://schemas.microsoft.com/office/drawing/2014/main" id="{EB878876-8409-DAF8-ED35-B9305F2FAC37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545" name="직선 연결선 544">
                <a:extLst>
                  <a:ext uri="{FF2B5EF4-FFF2-40B4-BE49-F238E27FC236}">
                    <a16:creationId xmlns:a16="http://schemas.microsoft.com/office/drawing/2014/main" id="{42BE1F7B-886C-B6B6-1191-0F168E4A30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직선 연결선 545">
                <a:extLst>
                  <a:ext uri="{FF2B5EF4-FFF2-40B4-BE49-F238E27FC236}">
                    <a16:creationId xmlns:a16="http://schemas.microsoft.com/office/drawing/2014/main" id="{84931AC1-8658-8B1D-6D74-E9FCDA0323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직선 연결선 546">
                <a:extLst>
                  <a:ext uri="{FF2B5EF4-FFF2-40B4-BE49-F238E27FC236}">
                    <a16:creationId xmlns:a16="http://schemas.microsoft.com/office/drawing/2014/main" id="{B4115628-4F7E-BA36-2BD4-510CDFD22F50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6" name="사각형: 둥근 모서리 535">
              <a:extLst>
                <a:ext uri="{FF2B5EF4-FFF2-40B4-BE49-F238E27FC236}">
                  <a16:creationId xmlns:a16="http://schemas.microsoft.com/office/drawing/2014/main" id="{8764CEF1-7453-CEE9-36B2-5FFC098AE620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37" name="그룹 536">
              <a:extLst>
                <a:ext uri="{FF2B5EF4-FFF2-40B4-BE49-F238E27FC236}">
                  <a16:creationId xmlns:a16="http://schemas.microsoft.com/office/drawing/2014/main" id="{81BA5C5D-7DC2-5A8C-113E-46FE9BD6D1B8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542" name="타원 541">
                <a:extLst>
                  <a:ext uri="{FF2B5EF4-FFF2-40B4-BE49-F238E27FC236}">
                    <a16:creationId xmlns:a16="http://schemas.microsoft.com/office/drawing/2014/main" id="{46C68B87-486D-62B8-CDFB-3CBA47CDF3F9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43" name="타원 542">
                <a:extLst>
                  <a:ext uri="{FF2B5EF4-FFF2-40B4-BE49-F238E27FC236}">
                    <a16:creationId xmlns:a16="http://schemas.microsoft.com/office/drawing/2014/main" id="{CB7DAD80-315C-C4E7-643C-1DE65CD1C770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44" name="타원 543">
                <a:extLst>
                  <a:ext uri="{FF2B5EF4-FFF2-40B4-BE49-F238E27FC236}">
                    <a16:creationId xmlns:a16="http://schemas.microsoft.com/office/drawing/2014/main" id="{E0E781F4-8D13-3E44-6947-0BDCA8127026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538" name="타원 537">
              <a:extLst>
                <a:ext uri="{FF2B5EF4-FFF2-40B4-BE49-F238E27FC236}">
                  <a16:creationId xmlns:a16="http://schemas.microsoft.com/office/drawing/2014/main" id="{62367B03-CD3A-CEF1-7071-9985B9C2D025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39" name="직선 연결선 538">
              <a:extLst>
                <a:ext uri="{FF2B5EF4-FFF2-40B4-BE49-F238E27FC236}">
                  <a16:creationId xmlns:a16="http://schemas.microsoft.com/office/drawing/2014/main" id="{5DC6A277-0FDF-FFE1-0375-CA8A6F0849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직선 연결선 539">
              <a:extLst>
                <a:ext uri="{FF2B5EF4-FFF2-40B4-BE49-F238E27FC236}">
                  <a16:creationId xmlns:a16="http://schemas.microsoft.com/office/drawing/2014/main" id="{451F93ED-FE02-1FAE-20D7-C68979F0AA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22E6C091-6E9D-2899-32DD-77EF9E7EC76C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+mn-ea"/>
              </a:endParaRP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B50F9F7-3D4B-07DC-ECC1-83DC1D15298A}"/>
              </a:ext>
            </a:extLst>
          </p:cNvPr>
          <p:cNvGrpSpPr/>
          <p:nvPr/>
        </p:nvGrpSpPr>
        <p:grpSpPr>
          <a:xfrm>
            <a:off x="239598" y="788917"/>
            <a:ext cx="2637957" cy="634789"/>
            <a:chOff x="233362" y="788917"/>
            <a:chExt cx="2637957" cy="634789"/>
          </a:xfrm>
        </p:grpSpPr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08D42F61-FD02-A559-25EA-6209D45DF9E7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DEB0547-1170-C2C1-1A5D-197EB7238ED1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7ACCC5F-6F79-938C-480F-F33039095745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05A1D92F-CD7B-7C68-5306-6668524FC399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FB3513D-1F3D-BD75-4CD5-98D905BC1E6F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C830319-B992-1F89-3058-07D17DC2053C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C6586D19-2A20-ECB9-EBC3-7ECDBF8599F4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DA5CCD31-F9DE-2B05-460B-357A6E068261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0A36EED-E536-20D5-672C-1F4BDED611AD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612EE404-516A-DDE4-BFBD-30F52E970364}"/>
              </a:ext>
            </a:extLst>
          </p:cNvPr>
          <p:cNvSpPr/>
          <p:nvPr/>
        </p:nvSpPr>
        <p:spPr>
          <a:xfrm>
            <a:off x="133209" y="6248023"/>
            <a:ext cx="2853564" cy="4814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F57AD4D7-1395-0B6C-EDE4-8DACE4D966E2}"/>
              </a:ext>
            </a:extLst>
          </p:cNvPr>
          <p:cNvGrpSpPr/>
          <p:nvPr/>
        </p:nvGrpSpPr>
        <p:grpSpPr>
          <a:xfrm>
            <a:off x="129713" y="748788"/>
            <a:ext cx="2857059" cy="5971029"/>
            <a:chOff x="128268" y="748788"/>
            <a:chExt cx="2857059" cy="5971029"/>
          </a:xfrm>
        </p:grpSpPr>
        <p:sp>
          <p:nvSpPr>
            <p:cNvPr id="157" name="자유형: 도형 156">
              <a:extLst>
                <a:ext uri="{FF2B5EF4-FFF2-40B4-BE49-F238E27FC236}">
                  <a16:creationId xmlns:a16="http://schemas.microsoft.com/office/drawing/2014/main" id="{F1DDFD76-20DC-5AD2-1E18-7EE5FE62B31A}"/>
                </a:ext>
              </a:extLst>
            </p:cNvPr>
            <p:cNvSpPr/>
            <p:nvPr/>
          </p:nvSpPr>
          <p:spPr bwMode="auto">
            <a:xfrm>
              <a:off x="128268" y="1507330"/>
              <a:ext cx="2857059" cy="4740693"/>
            </a:xfrm>
            <a:custGeom>
              <a:avLst/>
              <a:gdLst>
                <a:gd name="connsiteX0" fmla="*/ 0 w 8834122"/>
                <a:gd name="connsiteY0" fmla="*/ 0 h 4849429"/>
                <a:gd name="connsiteX1" fmla="*/ 8834122 w 8834122"/>
                <a:gd name="connsiteY1" fmla="*/ 0 h 4849429"/>
                <a:gd name="connsiteX2" fmla="*/ 8834122 w 8834122"/>
                <a:gd name="connsiteY2" fmla="*/ 4849429 h 4849429"/>
                <a:gd name="connsiteX3" fmla="*/ 0 w 8834122"/>
                <a:gd name="connsiteY3" fmla="*/ 4849429 h 484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4122" h="4849429">
                  <a:moveTo>
                    <a:pt x="0" y="0"/>
                  </a:moveTo>
                  <a:lnTo>
                    <a:pt x="8834122" y="0"/>
                  </a:lnTo>
                  <a:lnTo>
                    <a:pt x="8834122" y="4849429"/>
                  </a:lnTo>
                  <a:lnTo>
                    <a:pt x="0" y="4849429"/>
                  </a:lnTo>
                  <a:close/>
                </a:path>
              </a:pathLst>
            </a:custGeom>
            <a:noFill/>
            <a:ln w="9525" cap="flat">
              <a:solidFill>
                <a:schemeClr val="tx1">
                  <a:lumMod val="50000"/>
                  <a:lumOff val="50000"/>
                </a:schemeClr>
              </a:solidFill>
              <a:prstDash val="dash"/>
              <a:miter/>
            </a:ln>
          </p:spPr>
          <p:txBody>
            <a:bodyPr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atin typeface="+mn-lt"/>
                <a:ea typeface="+mn-ea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CAB2170-2F3A-4DBE-FE8A-F13A399E00A1}"/>
                </a:ext>
              </a:extLst>
            </p:cNvPr>
            <p:cNvSpPr/>
            <p:nvPr/>
          </p:nvSpPr>
          <p:spPr>
            <a:xfrm>
              <a:off x="128268" y="748788"/>
              <a:ext cx="2853057" cy="597102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924C090-35BA-F311-EBB2-48A100FF4AA2}"/>
              </a:ext>
            </a:extLst>
          </p:cNvPr>
          <p:cNvGrpSpPr/>
          <p:nvPr/>
        </p:nvGrpSpPr>
        <p:grpSpPr>
          <a:xfrm>
            <a:off x="375259" y="6313221"/>
            <a:ext cx="2333925" cy="294551"/>
            <a:chOff x="304716" y="6122741"/>
            <a:chExt cx="2333925" cy="294551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0246A78A-180D-A47F-8920-38D4ECB42C18}"/>
                </a:ext>
              </a:extLst>
            </p:cNvPr>
            <p:cNvGrpSpPr/>
            <p:nvPr/>
          </p:nvGrpSpPr>
          <p:grpSpPr>
            <a:xfrm>
              <a:off x="304716" y="6240884"/>
              <a:ext cx="169153" cy="91711"/>
              <a:chOff x="285666" y="5591642"/>
              <a:chExt cx="169153" cy="91711"/>
            </a:xfrm>
          </p:grpSpPr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2D1716A2-DD84-E8C6-2CBF-4FAA520A6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1DA12D7A-5D38-0444-904F-8E44C31188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직선 연결선 175">
                <a:extLst>
                  <a:ext uri="{FF2B5EF4-FFF2-40B4-BE49-F238E27FC236}">
                    <a16:creationId xmlns:a16="http://schemas.microsoft.com/office/drawing/2014/main" id="{8B20F786-5984-BDD7-1150-4CA90FCC4C91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666B6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7D130878-3577-3897-5D97-972C2DCCB45B}"/>
                </a:ext>
              </a:extLst>
            </p:cNvPr>
            <p:cNvGrpSpPr/>
            <p:nvPr/>
          </p:nvGrpSpPr>
          <p:grpSpPr>
            <a:xfrm rot="10800000">
              <a:off x="873912" y="6212309"/>
              <a:ext cx="169153" cy="91711"/>
              <a:chOff x="285666" y="5591642"/>
              <a:chExt cx="169153" cy="91711"/>
            </a:xfrm>
          </p:grpSpPr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7FA63690-4CC6-C24F-E16A-C4177A65BD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872" y="5621109"/>
                <a:ext cx="156947" cy="0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BBDCC2EF-E881-CBCE-4474-1275FAF6DD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7872" y="5621109"/>
                <a:ext cx="62244" cy="62244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6EFB4AD4-F78E-3FEF-831A-26BA69F0945F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 flipV="1">
                <a:off x="327339" y="5549969"/>
                <a:ext cx="0" cy="83345"/>
              </a:xfrm>
              <a:prstGeom prst="line">
                <a:avLst/>
              </a:prstGeom>
              <a:ln w="19050" cap="rnd">
                <a:solidFill>
                  <a:srgbClr val="B1B1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4B817AE9-9856-B090-5E4E-6FDF1EF1BAB9}"/>
                </a:ext>
              </a:extLst>
            </p:cNvPr>
            <p:cNvSpPr/>
            <p:nvPr/>
          </p:nvSpPr>
          <p:spPr>
            <a:xfrm>
              <a:off x="1955006" y="6183509"/>
              <a:ext cx="196362" cy="190499"/>
            </a:xfrm>
            <a:prstGeom prst="roundRect">
              <a:avLst>
                <a:gd name="adj" fmla="val 24167"/>
              </a:avLst>
            </a:prstGeom>
            <a:noFill/>
            <a:ln w="19050">
              <a:solidFill>
                <a:srgbClr val="6166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38F2CEC2-382C-67EC-681D-2EE737E27F11}"/>
                </a:ext>
              </a:extLst>
            </p:cNvPr>
            <p:cNvGrpSpPr/>
            <p:nvPr/>
          </p:nvGrpSpPr>
          <p:grpSpPr>
            <a:xfrm>
              <a:off x="2452923" y="6248026"/>
              <a:ext cx="185718" cy="45719"/>
              <a:chOff x="2452923" y="6248026"/>
              <a:chExt cx="185718" cy="45719"/>
            </a:xfrm>
          </p:grpSpPr>
          <p:sp>
            <p:nvSpPr>
              <p:cNvPr id="168" name="타원 167">
                <a:extLst>
                  <a:ext uri="{FF2B5EF4-FFF2-40B4-BE49-F238E27FC236}">
                    <a16:creationId xmlns:a16="http://schemas.microsoft.com/office/drawing/2014/main" id="{18475508-9D35-C4DA-BB46-410FB37C045A}"/>
                  </a:ext>
                </a:extLst>
              </p:cNvPr>
              <p:cNvSpPr/>
              <p:nvPr/>
            </p:nvSpPr>
            <p:spPr>
              <a:xfrm>
                <a:off x="2452923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01589BBA-3063-A6B8-9DF6-09EABACACB32}"/>
                  </a:ext>
                </a:extLst>
              </p:cNvPr>
              <p:cNvSpPr/>
              <p:nvPr/>
            </p:nvSpPr>
            <p:spPr>
              <a:xfrm>
                <a:off x="2524435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0" name="타원 169">
                <a:extLst>
                  <a:ext uri="{FF2B5EF4-FFF2-40B4-BE49-F238E27FC236}">
                    <a16:creationId xmlns:a16="http://schemas.microsoft.com/office/drawing/2014/main" id="{802BED17-5199-BA73-5559-66C077B672D6}"/>
                  </a:ext>
                </a:extLst>
              </p:cNvPr>
              <p:cNvSpPr/>
              <p:nvPr/>
            </p:nvSpPr>
            <p:spPr>
              <a:xfrm>
                <a:off x="2592922" y="6248026"/>
                <a:ext cx="45719" cy="45719"/>
              </a:xfrm>
              <a:prstGeom prst="ellipse">
                <a:avLst/>
              </a:prstGeom>
              <a:solidFill>
                <a:srgbClr val="686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612FE470-8DFC-98C8-0110-ED729746378B}"/>
                </a:ext>
              </a:extLst>
            </p:cNvPr>
            <p:cNvSpPr/>
            <p:nvPr/>
          </p:nvSpPr>
          <p:spPr>
            <a:xfrm>
              <a:off x="1358867" y="6122741"/>
              <a:ext cx="294551" cy="294551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09C3B69F-DB24-61C4-D90C-89502C12B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098" y="6273578"/>
              <a:ext cx="110619" cy="0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B3E6FAE0-648D-D5B5-31F2-38337096F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407" y="6221295"/>
              <a:ext cx="0" cy="104567"/>
            </a:xfrm>
            <a:prstGeom prst="line">
              <a:avLst/>
            </a:prstGeom>
            <a:ln w="19050" cap="rnd">
              <a:solidFill>
                <a:srgbClr val="8184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112DBD5-350B-6BE2-DCD9-3159AF3C93C3}"/>
                </a:ext>
              </a:extLst>
            </p:cNvPr>
            <p:cNvSpPr txBox="1"/>
            <p:nvPr/>
          </p:nvSpPr>
          <p:spPr>
            <a:xfrm>
              <a:off x="1975386" y="6171036"/>
              <a:ext cx="155601" cy="215444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808185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rgbClr val="808185"/>
                </a:solidFill>
                <a:latin typeface="+mn-ea"/>
              </a:endParaRPr>
            </a:p>
          </p:txBody>
        </p:sp>
      </p:grp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CCAA83E7-0FB5-20FD-8008-07FAED9031D6}"/>
              </a:ext>
            </a:extLst>
          </p:cNvPr>
          <p:cNvSpPr/>
          <p:nvPr/>
        </p:nvSpPr>
        <p:spPr>
          <a:xfrm>
            <a:off x="2871845" y="2041537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38" name="표 337">
            <a:extLst>
              <a:ext uri="{FF2B5EF4-FFF2-40B4-BE49-F238E27FC236}">
                <a16:creationId xmlns:a16="http://schemas.microsoft.com/office/drawing/2014/main" id="{588736E2-42DD-6F2A-3E06-82780DB16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23925"/>
              </p:ext>
            </p:extLst>
          </p:nvPr>
        </p:nvGraphicFramePr>
        <p:xfrm>
          <a:off x="6060620" y="742975"/>
          <a:ext cx="6003111" cy="140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5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15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대중교통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자가용 안내문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 하단 참조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식사안내문 하단 참조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마음 전하기 내용 삭제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내용 하단 참조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lvl="0" indent="-171450" algn="l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계좌번호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알럿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내용 하단 참조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3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카카오톡 링크 복사</a:t>
                      </a: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306033"/>
                  </a:ext>
                </a:extLst>
              </a:tr>
            </a:tbl>
          </a:graphicData>
        </a:graphic>
      </p:graphicFrame>
      <p:sp>
        <p:nvSpPr>
          <p:cNvPr id="33" name="타원 32">
            <a:extLst>
              <a:ext uri="{FF2B5EF4-FFF2-40B4-BE49-F238E27FC236}">
                <a16:creationId xmlns:a16="http://schemas.microsoft.com/office/drawing/2014/main" id="{19465A71-567F-913C-6B23-ABA6E2EF24E1}"/>
              </a:ext>
            </a:extLst>
          </p:cNvPr>
          <p:cNvSpPr/>
          <p:nvPr/>
        </p:nvSpPr>
        <p:spPr>
          <a:xfrm>
            <a:off x="258411" y="1527907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3" name="직사각형 362">
            <a:extLst>
              <a:ext uri="{FF2B5EF4-FFF2-40B4-BE49-F238E27FC236}">
                <a16:creationId xmlns:a16="http://schemas.microsoft.com/office/drawing/2014/main" id="{4BFC1518-CF6D-D44F-3164-80BB12E53D50}"/>
              </a:ext>
            </a:extLst>
          </p:cNvPr>
          <p:cNvSpPr/>
          <p:nvPr/>
        </p:nvSpPr>
        <p:spPr>
          <a:xfrm>
            <a:off x="3082609" y="756408"/>
            <a:ext cx="2853057" cy="5971029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365" name="그룹 364">
            <a:extLst>
              <a:ext uri="{FF2B5EF4-FFF2-40B4-BE49-F238E27FC236}">
                <a16:creationId xmlns:a16="http://schemas.microsoft.com/office/drawing/2014/main" id="{791F067D-822A-B9B4-8E8C-B179A6847B22}"/>
              </a:ext>
            </a:extLst>
          </p:cNvPr>
          <p:cNvGrpSpPr/>
          <p:nvPr/>
        </p:nvGrpSpPr>
        <p:grpSpPr>
          <a:xfrm>
            <a:off x="3192017" y="788917"/>
            <a:ext cx="2637957" cy="634789"/>
            <a:chOff x="233362" y="788917"/>
            <a:chExt cx="2637957" cy="634789"/>
          </a:xfrm>
        </p:grpSpPr>
        <p:sp>
          <p:nvSpPr>
            <p:cNvPr id="366" name="사각형: 둥근 모서리 365">
              <a:extLst>
                <a:ext uri="{FF2B5EF4-FFF2-40B4-BE49-F238E27FC236}">
                  <a16:creationId xmlns:a16="http://schemas.microsoft.com/office/drawing/2014/main" id="{FBBD4B0E-923D-C69B-346C-4DCFA76DA55E}"/>
                </a:ext>
              </a:extLst>
            </p:cNvPr>
            <p:cNvSpPr/>
            <p:nvPr/>
          </p:nvSpPr>
          <p:spPr>
            <a:xfrm>
              <a:off x="271461" y="1123950"/>
              <a:ext cx="2524125" cy="299756"/>
            </a:xfrm>
            <a:prstGeom prst="roundRect">
              <a:avLst>
                <a:gd name="adj" fmla="val 50000"/>
              </a:avLst>
            </a:prstGeom>
            <a:solidFill>
              <a:srgbClr val="E8E9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8C235DE2-1B3D-A329-2922-E44699584054}"/>
                </a:ext>
              </a:extLst>
            </p:cNvPr>
            <p:cNvSpPr txBox="1"/>
            <p:nvPr/>
          </p:nvSpPr>
          <p:spPr>
            <a:xfrm>
              <a:off x="233362" y="788917"/>
              <a:ext cx="488156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00:00</a:t>
              </a:r>
              <a:endParaRPr lang="ko-KR" altLang="en-US" sz="900" b="1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AE4517A2-C5EF-BF2B-AD12-9F163CBEB084}"/>
                </a:ext>
              </a:extLst>
            </p:cNvPr>
            <p:cNvSpPr txBox="1"/>
            <p:nvPr/>
          </p:nvSpPr>
          <p:spPr>
            <a:xfrm>
              <a:off x="2285999" y="788917"/>
              <a:ext cx="378620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900" b="1" dirty="0"/>
                <a:t>LTE</a:t>
              </a:r>
              <a:endParaRPr lang="ko-KR" altLang="en-US" sz="900" b="1" dirty="0"/>
            </a:p>
          </p:txBody>
        </p:sp>
        <p:sp>
          <p:nvSpPr>
            <p:cNvPr id="369" name="사각형: 둥근 모서리 368">
              <a:extLst>
                <a:ext uri="{FF2B5EF4-FFF2-40B4-BE49-F238E27FC236}">
                  <a16:creationId xmlns:a16="http://schemas.microsoft.com/office/drawing/2014/main" id="{E09E1926-A2A6-942E-CBCB-4B207A468B56}"/>
                </a:ext>
              </a:extLst>
            </p:cNvPr>
            <p:cNvSpPr/>
            <p:nvPr/>
          </p:nvSpPr>
          <p:spPr>
            <a:xfrm>
              <a:off x="2597150" y="856619"/>
              <a:ext cx="179386" cy="92322"/>
            </a:xfrm>
            <a:prstGeom prst="roundRect">
              <a:avLst>
                <a:gd name="adj" fmla="val 219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941D6169-E9F6-FB33-405B-DC298B7FD0F5}"/>
                </a:ext>
              </a:extLst>
            </p:cNvPr>
            <p:cNvSpPr txBox="1"/>
            <p:nvPr/>
          </p:nvSpPr>
          <p:spPr>
            <a:xfrm>
              <a:off x="2513407" y="801199"/>
              <a:ext cx="357912" cy="200055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r>
                <a:rPr lang="en-US" altLang="ko-KR" sz="700" b="1" dirty="0">
                  <a:solidFill>
                    <a:schemeClr val="bg1"/>
                  </a:solidFill>
                </a:rPr>
                <a:t>100</a:t>
              </a:r>
              <a:endParaRPr lang="ko-KR" altLang="en-US" sz="700" b="1" dirty="0">
                <a:solidFill>
                  <a:schemeClr val="bg1"/>
                </a:solidFill>
              </a:endParaRPr>
            </a:p>
          </p:txBody>
        </p:sp>
        <p:sp>
          <p:nvSpPr>
            <p:cNvPr id="371" name="사각형: 둥근 모서리 370">
              <a:extLst>
                <a:ext uri="{FF2B5EF4-FFF2-40B4-BE49-F238E27FC236}">
                  <a16:creationId xmlns:a16="http://schemas.microsoft.com/office/drawing/2014/main" id="{67412DF7-EBDD-97F9-7D2D-547F56566FA9}"/>
                </a:ext>
              </a:extLst>
            </p:cNvPr>
            <p:cNvSpPr/>
            <p:nvPr/>
          </p:nvSpPr>
          <p:spPr>
            <a:xfrm>
              <a:off x="2307748" y="856619"/>
              <a:ext cx="45719" cy="92322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3" name="사각형: 둥근 모서리 372">
              <a:extLst>
                <a:ext uri="{FF2B5EF4-FFF2-40B4-BE49-F238E27FC236}">
                  <a16:creationId xmlns:a16="http://schemas.microsoft.com/office/drawing/2014/main" id="{1198EF15-C052-2748-18BC-052013CFD687}"/>
                </a:ext>
              </a:extLst>
            </p:cNvPr>
            <p:cNvSpPr/>
            <p:nvPr/>
          </p:nvSpPr>
          <p:spPr>
            <a:xfrm>
              <a:off x="2253252" y="876299"/>
              <a:ext cx="45719" cy="72641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6" name="사각형: 둥근 모서리 375">
              <a:extLst>
                <a:ext uri="{FF2B5EF4-FFF2-40B4-BE49-F238E27FC236}">
                  <a16:creationId xmlns:a16="http://schemas.microsoft.com/office/drawing/2014/main" id="{EDEF710E-FFB9-D096-CA0A-3768F56AE380}"/>
                </a:ext>
              </a:extLst>
            </p:cNvPr>
            <p:cNvSpPr/>
            <p:nvPr/>
          </p:nvSpPr>
          <p:spPr>
            <a:xfrm>
              <a:off x="2197566" y="901227"/>
              <a:ext cx="47817" cy="47713"/>
            </a:xfrm>
            <a:prstGeom prst="roundRect">
              <a:avLst>
                <a:gd name="adj" fmla="val 4597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6F138B5C-3EE2-F234-EAF4-C60D8AD2CAAF}"/>
                </a:ext>
              </a:extLst>
            </p:cNvPr>
            <p:cNvSpPr txBox="1"/>
            <p:nvPr/>
          </p:nvSpPr>
          <p:spPr>
            <a:xfrm>
              <a:off x="1001512" y="1158412"/>
              <a:ext cx="1064022" cy="2308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850" b="1" dirty="0">
                  <a:latin typeface="+mn-ea"/>
                </a:rPr>
                <a:t>Inspyt.co.kr</a:t>
              </a:r>
              <a:endParaRPr lang="ko-KR" altLang="en-US" sz="850" b="1" dirty="0">
                <a:latin typeface="+mn-ea"/>
              </a:endParaRPr>
            </a:p>
          </p:txBody>
        </p:sp>
      </p:grpSp>
      <p:sp>
        <p:nvSpPr>
          <p:cNvPr id="593" name="사각형: 둥근 모서리 592">
            <a:extLst>
              <a:ext uri="{FF2B5EF4-FFF2-40B4-BE49-F238E27FC236}">
                <a16:creationId xmlns:a16="http://schemas.microsoft.com/office/drawing/2014/main" id="{376D031E-2A69-C02C-9345-2BA7451F9E7C}"/>
              </a:ext>
            </a:extLst>
          </p:cNvPr>
          <p:cNvSpPr/>
          <p:nvPr/>
        </p:nvSpPr>
        <p:spPr>
          <a:xfrm>
            <a:off x="5829166" y="4639301"/>
            <a:ext cx="45719" cy="154721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BDEF6D3-80FE-5CFB-D26C-DEB5E2BFD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70691"/>
              </p:ext>
            </p:extLst>
          </p:nvPr>
        </p:nvGraphicFramePr>
        <p:xfrm>
          <a:off x="131763" y="159544"/>
          <a:ext cx="11925300" cy="523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2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2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M-0202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23-0000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검사유형선택</a:t>
                      </a:r>
                      <a:r>
                        <a:rPr lang="en-US" altLang="ko-KR" sz="1100" dirty="0"/>
                        <a:t> &gt; </a:t>
                      </a:r>
                      <a:r>
                        <a:rPr lang="ko-KR" altLang="en-US" sz="1100" dirty="0"/>
                        <a:t>인적사항 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실시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C5C8982-A170-97A5-C4C2-8D268F50B9DA}"/>
              </a:ext>
            </a:extLst>
          </p:cNvPr>
          <p:cNvSpPr txBox="1"/>
          <p:nvPr/>
        </p:nvSpPr>
        <p:spPr>
          <a:xfrm>
            <a:off x="8225880" y="2165322"/>
            <a:ext cx="2602190" cy="2712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삼각지역 </a:t>
            </a:r>
            <a:r>
              <a:rPr lang="en-US" altLang="ko-KR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  <a:r>
              <a:rPr lang="ko-KR" altLang="en-US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출구 </a:t>
            </a:r>
            <a:r>
              <a:rPr lang="en-US" altLang="ko-KR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400m</a:t>
            </a:r>
          </a:p>
          <a:p>
            <a:pPr marL="342900" lvl="0" indent="-342900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삼각지역 </a:t>
            </a:r>
            <a:r>
              <a:rPr lang="en-US" altLang="ko-KR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출구 </a:t>
            </a:r>
            <a:r>
              <a:rPr lang="en-US" altLang="ko-KR" sz="1000" spc="-38" dirty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500m</a:t>
            </a:r>
          </a:p>
          <a:p>
            <a:pPr lvl="0"/>
            <a:endParaRPr lang="en-US" altLang="ko-KR" sz="1000" dirty="0"/>
          </a:p>
          <a:p>
            <a:pPr marL="342900" marR="0" lvl="0" indent="-342900" algn="l">
              <a:lnSpc>
                <a:spcPct val="135417"/>
              </a:lnSpc>
              <a:buFont typeface="Arial" panose="020B0604020202020204" pitchFamily="34" charset="0"/>
              <a:buChar char="•"/>
            </a:pP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삼각지역 - 100, 150, 151, 152, 500, 501, 502, 504, 506, 507, 605, 742, 750A, 750B, 752</a:t>
            </a:r>
            <a:b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전쟁기념관역 - 421, 740, 110A고려대, 110B국민대</a:t>
            </a:r>
          </a:p>
          <a:p>
            <a:pPr marL="342900" marR="0" lvl="0" indent="-342900" algn="l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용산03</a:t>
            </a:r>
          </a:p>
          <a:p>
            <a:pPr marL="342900" marR="0" lvl="0" indent="-342900" algn="l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5101</a:t>
            </a:r>
          </a:p>
          <a:p>
            <a:pPr marL="342900" marR="0" lvl="0" indent="-342900" algn="l">
              <a:lnSpc>
                <a:spcPct val="135417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ko-KR" sz="1000" b="0" i="0" spc="-38" dirty="0">
                <a:solidFill>
                  <a:srgbClr val="66666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6001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B67ECD-A772-4C43-54E9-9DAE3D581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3740" y="3223217"/>
            <a:ext cx="576220" cy="3301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A4F3AA2-3D32-1842-3403-F417B2B7A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2043" y="2352814"/>
            <a:ext cx="2655681" cy="694713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A4CAE6DA-D173-15D5-C884-5C2B71878C7C}"/>
              </a:ext>
            </a:extLst>
          </p:cNvPr>
          <p:cNvSpPr/>
          <p:nvPr/>
        </p:nvSpPr>
        <p:spPr>
          <a:xfrm>
            <a:off x="3340428" y="2600058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0EAD0DC-ED3A-D6E1-CA80-79700C6928D1}"/>
              </a:ext>
            </a:extLst>
          </p:cNvPr>
          <p:cNvSpPr/>
          <p:nvPr/>
        </p:nvSpPr>
        <p:spPr>
          <a:xfrm>
            <a:off x="3390710" y="4166243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52EE067-8531-742F-05FE-DD62BC87EB61}"/>
              </a:ext>
            </a:extLst>
          </p:cNvPr>
          <p:cNvSpPr/>
          <p:nvPr/>
        </p:nvSpPr>
        <p:spPr>
          <a:xfrm>
            <a:off x="3377870" y="5912455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CA7C5D-F0B7-6915-536F-73CBE9DC0DBB}"/>
              </a:ext>
            </a:extLst>
          </p:cNvPr>
          <p:cNvSpPr txBox="1"/>
          <p:nvPr/>
        </p:nvSpPr>
        <p:spPr>
          <a:xfrm>
            <a:off x="8014860" y="5200024"/>
            <a:ext cx="26021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신부</a:t>
            </a:r>
            <a:r>
              <a:rPr lang="en-US" altLang="ko-KR" sz="1000" dirty="0"/>
              <a:t>(</a:t>
            </a:r>
            <a:r>
              <a:rPr lang="ko-KR" altLang="en-US" sz="1000" dirty="0"/>
              <a:t>예금주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채은아</a:t>
            </a:r>
            <a:r>
              <a:rPr lang="en-US" altLang="ko-KR" sz="1000" dirty="0"/>
              <a:t>)</a:t>
            </a:r>
          </a:p>
          <a:p>
            <a:pPr>
              <a:buNone/>
            </a:pPr>
            <a:r>
              <a:rPr lang="ko-KR" altLang="en-US" sz="1000" dirty="0"/>
              <a:t>카카오뱅크 </a:t>
            </a:r>
            <a:r>
              <a:rPr lang="en-US" altLang="ko-KR" sz="1000" dirty="0"/>
              <a:t>3333063498315</a:t>
            </a:r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 err="1"/>
              <a:t>채은아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신부 아버지</a:t>
            </a:r>
            <a:r>
              <a:rPr lang="en-US" altLang="ko-KR" sz="1000" dirty="0"/>
              <a:t>(</a:t>
            </a:r>
            <a:r>
              <a:rPr lang="ko-KR" altLang="en-US" sz="1000" dirty="0"/>
              <a:t>예금주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채춘희</a:t>
            </a:r>
            <a:r>
              <a:rPr lang="en-US" altLang="ko-KR" sz="1000" dirty="0"/>
              <a:t>)</a:t>
            </a:r>
          </a:p>
          <a:p>
            <a:pPr>
              <a:buNone/>
            </a:pPr>
            <a:r>
              <a:rPr lang="ko-KR" altLang="en-US" sz="1000" dirty="0"/>
              <a:t>국민은행 </a:t>
            </a:r>
            <a:r>
              <a:rPr lang="en-US" altLang="ko-KR" sz="1000" dirty="0"/>
              <a:t>48260201303502</a:t>
            </a:r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신부 어머니</a:t>
            </a:r>
            <a:r>
              <a:rPr lang="en-US" altLang="ko-KR" sz="1000" dirty="0"/>
              <a:t>(</a:t>
            </a:r>
            <a:r>
              <a:rPr lang="ko-KR" altLang="en-US" sz="1000" dirty="0"/>
              <a:t>예금주 </a:t>
            </a:r>
            <a:r>
              <a:rPr lang="en-US" altLang="ko-KR" sz="1000" dirty="0"/>
              <a:t>: </a:t>
            </a:r>
            <a:r>
              <a:rPr lang="ko-KR" altLang="en-US" sz="1000" dirty="0"/>
              <a:t>이혜숙</a:t>
            </a:r>
            <a:r>
              <a:rPr lang="en-US" altLang="ko-KR" sz="1000" dirty="0"/>
              <a:t>)</a:t>
            </a:r>
          </a:p>
          <a:p>
            <a:pPr>
              <a:buNone/>
            </a:pPr>
            <a:r>
              <a:rPr lang="ko-KR" altLang="en-US" sz="1000" dirty="0"/>
              <a:t>국민은행 </a:t>
            </a:r>
            <a:r>
              <a:rPr lang="en-US" altLang="ko-KR" sz="1000" dirty="0"/>
              <a:t>081010385531</a:t>
            </a:r>
            <a:endParaRPr lang="ko-KR" altLang="ko-KR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7F4707-0FC1-29A2-284F-49EB4AE2F7FA}"/>
              </a:ext>
            </a:extLst>
          </p:cNvPr>
          <p:cNvSpPr txBox="1"/>
          <p:nvPr/>
        </p:nvSpPr>
        <p:spPr>
          <a:xfrm>
            <a:off x="12329295" y="1989891"/>
            <a:ext cx="26021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>
                <a:solidFill>
                  <a:srgbClr val="FF0000"/>
                </a:solidFill>
              </a:rPr>
              <a:t>교통편 안내 예시</a:t>
            </a:r>
            <a:endParaRPr lang="ko-KR" altLang="ko-KR" sz="1000" dirty="0">
              <a:solidFill>
                <a:srgbClr val="FF0000"/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81629928-2B79-863E-328C-B6DD9A78E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750" y="4941051"/>
            <a:ext cx="1723485" cy="151944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CA561E0-6491-F072-5CF1-073CDF7433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6245" y="2327210"/>
            <a:ext cx="2602191" cy="2192976"/>
          </a:xfrm>
          <a:prstGeom prst="rect">
            <a:avLst/>
          </a:prstGeom>
        </p:spPr>
      </p:pic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4AE08AA-158D-B98C-8F0B-1FBF3F3D091A}"/>
              </a:ext>
            </a:extLst>
          </p:cNvPr>
          <p:cNvCxnSpPr/>
          <p:nvPr/>
        </p:nvCxnSpPr>
        <p:spPr>
          <a:xfrm>
            <a:off x="5266403" y="5606473"/>
            <a:ext cx="928347" cy="457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115CA53-96AE-4C4B-0F42-16C8CBE6DE91}"/>
              </a:ext>
            </a:extLst>
          </p:cNvPr>
          <p:cNvSpPr txBox="1"/>
          <p:nvPr/>
        </p:nvSpPr>
        <p:spPr>
          <a:xfrm>
            <a:off x="6109574" y="4166243"/>
            <a:ext cx="15440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마음 전하실 곳 </a:t>
            </a:r>
            <a:endParaRPr lang="en-US" altLang="ko-KR" sz="1000" dirty="0"/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신랑측 계좌번호 보기</a:t>
            </a: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신부측 계좌번호 보기</a:t>
            </a:r>
            <a:endParaRPr lang="ko-KR" altLang="ko-KR" sz="10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35BD6B2-3E91-133E-6CED-EF510898DFE7}"/>
              </a:ext>
            </a:extLst>
          </p:cNvPr>
          <p:cNvCxnSpPr>
            <a:cxnSpLocks/>
          </p:cNvCxnSpPr>
          <p:nvPr/>
        </p:nvCxnSpPr>
        <p:spPr>
          <a:xfrm>
            <a:off x="5537209" y="2015397"/>
            <a:ext cx="2318278" cy="558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EBDC6E0-BB0C-9147-B575-3A29BC865C03}"/>
              </a:ext>
            </a:extLst>
          </p:cNvPr>
          <p:cNvCxnSpPr>
            <a:cxnSpLocks/>
          </p:cNvCxnSpPr>
          <p:nvPr/>
        </p:nvCxnSpPr>
        <p:spPr>
          <a:xfrm flipV="1">
            <a:off x="4901613" y="3239483"/>
            <a:ext cx="1142916" cy="24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E15A522-D145-99C9-BA0C-03B1C9906769}"/>
              </a:ext>
            </a:extLst>
          </p:cNvPr>
          <p:cNvSpPr txBox="1"/>
          <p:nvPr/>
        </p:nvSpPr>
        <p:spPr>
          <a:xfrm>
            <a:off x="6051867" y="2743243"/>
            <a:ext cx="205408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피로연 안내</a:t>
            </a:r>
            <a:endParaRPr lang="en-US" altLang="ko-KR" sz="1000" dirty="0"/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ko-KR" altLang="en-US" sz="1000" dirty="0"/>
              <a:t>오후 </a:t>
            </a:r>
            <a:r>
              <a:rPr lang="en-US" altLang="ko-KR" sz="1000" dirty="0"/>
              <a:t>1</a:t>
            </a:r>
            <a:r>
              <a:rPr lang="ko-KR" altLang="en-US" sz="1000" dirty="0"/>
              <a:t>시 </a:t>
            </a:r>
            <a:r>
              <a:rPr lang="en-US" altLang="ko-KR" sz="1000" dirty="0"/>
              <a:t>30</a:t>
            </a:r>
            <a:r>
              <a:rPr lang="ko-KR" altLang="en-US" sz="1000" dirty="0"/>
              <a:t>분</a:t>
            </a:r>
            <a:r>
              <a:rPr lang="en-US" altLang="ko-KR" sz="1000" dirty="0"/>
              <a:t>~</a:t>
            </a:r>
          </a:p>
          <a:p>
            <a:pPr>
              <a:buNone/>
            </a:pPr>
            <a:r>
              <a:rPr lang="ko-KR" altLang="en-US" sz="1000" dirty="0" err="1"/>
              <a:t>국방컨벤션</a:t>
            </a:r>
            <a:r>
              <a:rPr lang="ko-KR" altLang="en-US" sz="1000" dirty="0"/>
              <a:t> 피로연장</a:t>
            </a:r>
            <a:r>
              <a:rPr lang="en-US" altLang="ko-KR" sz="1000" dirty="0"/>
              <a:t>(</a:t>
            </a:r>
            <a:r>
              <a:rPr lang="ko-KR" altLang="en-US" sz="1000" dirty="0"/>
              <a:t>당일 안내</a:t>
            </a:r>
            <a:r>
              <a:rPr lang="en-US" altLang="ko-KR" sz="1000" dirty="0"/>
              <a:t>)</a:t>
            </a:r>
            <a:endParaRPr lang="ko-KR" altLang="ko-KR" sz="100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D090B1C3-29B2-0DCB-E52C-1413FCCE1982}"/>
              </a:ext>
            </a:extLst>
          </p:cNvPr>
          <p:cNvSpPr/>
          <p:nvPr/>
        </p:nvSpPr>
        <p:spPr>
          <a:xfrm>
            <a:off x="6096600" y="4099321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6430069-43A2-6235-71F7-5340EAC8C1BC}"/>
              </a:ext>
            </a:extLst>
          </p:cNvPr>
          <p:cNvSpPr/>
          <p:nvPr/>
        </p:nvSpPr>
        <p:spPr>
          <a:xfrm>
            <a:off x="8158649" y="2111695"/>
            <a:ext cx="151074" cy="151074"/>
          </a:xfrm>
          <a:prstGeom prst="ellipse">
            <a:avLst/>
          </a:prstGeom>
          <a:solidFill>
            <a:srgbClr val="FF00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8241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sz="1000" dirty="0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17316</TotalTime>
  <Words>454</Words>
  <Application>Microsoft Office PowerPoint</Application>
  <PresentationFormat>와이드스크린</PresentationFormat>
  <Paragraphs>172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Noto Sans CJK KR Medium</vt:lpstr>
      <vt:lpstr>Noto Sans KR</vt:lpstr>
      <vt:lpstr>NotoSansKR-Bold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의현</dc:creator>
  <cp:lastModifiedBy>채 은아</cp:lastModifiedBy>
  <cp:revision>484</cp:revision>
  <dcterms:created xsi:type="dcterms:W3CDTF">2020-12-02T02:59:30Z</dcterms:created>
  <dcterms:modified xsi:type="dcterms:W3CDTF">2026-09-03T05:36:56Z</dcterms:modified>
  <cp:version>1000.0000.01</cp:version>
</cp:coreProperties>
</file>